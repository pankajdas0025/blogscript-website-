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85" r:id="rId2"/>
    <p:sldId id="286" r:id="rId3"/>
    <p:sldId id="288" r:id="rId4"/>
    <p:sldId id="276" r:id="rId5"/>
    <p:sldId id="278" r:id="rId6"/>
    <p:sldId id="292" r:id="rId7"/>
    <p:sldId id="277" r:id="rId8"/>
    <p:sldId id="270" r:id="rId9"/>
    <p:sldId id="290" r:id="rId10"/>
    <p:sldId id="293" r:id="rId11"/>
    <p:sldId id="279" r:id="rId12"/>
    <p:sldId id="289" r:id="rId13"/>
    <p:sldId id="281" r:id="rId14"/>
    <p:sldId id="283" r:id="rId15"/>
    <p:sldId id="297" r:id="rId16"/>
    <p:sldId id="298" r:id="rId17"/>
    <p:sldId id="294" r:id="rId18"/>
    <p:sldId id="296" r:id="rId19"/>
    <p:sldId id="295"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4268"/>
    <a:srgbClr val="6465EF"/>
    <a:srgbClr val="B50B88"/>
    <a:srgbClr val="FFFF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p:cViewPr varScale="1">
        <p:scale>
          <a:sx n="77" d="100"/>
          <a:sy n="77" d="100"/>
        </p:scale>
        <p:origin x="1502" y="67"/>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CD895D-D788-4B08-93B3-B78EFB535739}" type="datetimeFigureOut">
              <a:rPr lang="en-IN" smtClean="0"/>
              <a:t>30-03-2026</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432714-8A85-4045-9756-8E58AB7B761B}" type="slidenum">
              <a:rPr lang="en-IN" smtClean="0"/>
              <a:t>‹#›</a:t>
            </a:fld>
            <a:endParaRPr lang="en-IN" dirty="0"/>
          </a:p>
        </p:txBody>
      </p:sp>
    </p:spTree>
    <p:extLst>
      <p:ext uri="{BB962C8B-B14F-4D97-AF65-F5344CB8AC3E}">
        <p14:creationId xmlns:p14="http://schemas.microsoft.com/office/powerpoint/2010/main" val="956134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2</a:t>
            </a:fld>
            <a:endParaRPr lang="en-US" dirty="0"/>
          </a:p>
        </p:txBody>
      </p:sp>
      <p:sp>
        <p:nvSpPr>
          <p:cNvPr id="521218" name="Rectangle 2"/>
          <p:cNvSpPr>
            <a:spLocks noGrp="1" noRot="1" noChangeAspect="1" noChangeArrowheads="1" noTextEdit="1"/>
          </p:cNvSpPr>
          <p:nvPr>
            <p:ph type="sldImg"/>
          </p:nvPr>
        </p:nvSpPr>
        <p:spPr>
          <a:ln/>
        </p:spPr>
        <p:txBody>
          <a:bodyPr/>
          <a:lstStyle/>
          <a:p>
            <a:endParaRPr lang="en-IN" dirty="0"/>
          </a:p>
        </p:txBody>
      </p:sp>
      <p:sp>
        <p:nvSpPr>
          <p:cNvPr id="5212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692472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A07C6-4040-6440-6FBE-855727F76171}"/>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DF764592-F840-9B77-489D-94D0F3E0A779}"/>
              </a:ext>
            </a:extLst>
          </p:cNvPr>
          <p:cNvSpPr>
            <a:spLocks noGrp="1" noChangeArrowheads="1"/>
          </p:cNvSpPr>
          <p:nvPr>
            <p:ph type="sldNum" sz="quarter" idx="5"/>
          </p:nvPr>
        </p:nvSpPr>
        <p:spPr>
          <a:ln/>
        </p:spPr>
        <p:txBody>
          <a:bodyPr/>
          <a:lstStyle/>
          <a:p>
            <a:fld id="{1DECB7F0-34A5-4C70-97E9-77E6D8EC06C7}" type="slidenum">
              <a:rPr lang="en-US"/>
              <a:pPr/>
              <a:t>3</a:t>
            </a:fld>
            <a:endParaRPr lang="en-US" dirty="0"/>
          </a:p>
        </p:txBody>
      </p:sp>
      <p:sp>
        <p:nvSpPr>
          <p:cNvPr id="521218" name="Rectangle 2">
            <a:extLst>
              <a:ext uri="{FF2B5EF4-FFF2-40B4-BE49-F238E27FC236}">
                <a16:creationId xmlns:a16="http://schemas.microsoft.com/office/drawing/2014/main" id="{E59AB3BF-3968-2D7F-5C65-FA271F3CCF81}"/>
              </a:ext>
            </a:extLst>
          </p:cNvPr>
          <p:cNvSpPr>
            <a:spLocks noGrp="1" noRot="1" noChangeAspect="1" noChangeArrowheads="1" noTextEdit="1"/>
          </p:cNvSpPr>
          <p:nvPr>
            <p:ph type="sldImg"/>
          </p:nvPr>
        </p:nvSpPr>
        <p:spPr>
          <a:ln/>
        </p:spPr>
        <p:txBody>
          <a:bodyPr/>
          <a:lstStyle/>
          <a:p>
            <a:endParaRPr lang="en-IN" dirty="0"/>
          </a:p>
        </p:txBody>
      </p:sp>
      <p:sp>
        <p:nvSpPr>
          <p:cNvPr id="521219" name="Rectangle 3">
            <a:extLst>
              <a:ext uri="{FF2B5EF4-FFF2-40B4-BE49-F238E27FC236}">
                <a16:creationId xmlns:a16="http://schemas.microsoft.com/office/drawing/2014/main" id="{0BD13948-E8D3-E5C7-6EE5-E15B154423C8}"/>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653570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4</a:t>
            </a:fld>
            <a:endParaRPr lang="en-US" dirty="0"/>
          </a:p>
        </p:txBody>
      </p:sp>
      <p:sp>
        <p:nvSpPr>
          <p:cNvPr id="521218" name="Rectangle 2"/>
          <p:cNvSpPr>
            <a:spLocks noGrp="1" noRot="1" noChangeAspect="1" noChangeArrowheads="1" noTextEdit="1"/>
          </p:cNvSpPr>
          <p:nvPr>
            <p:ph type="sldImg"/>
          </p:nvPr>
        </p:nvSpPr>
        <p:spPr>
          <a:ln/>
        </p:spPr>
        <p:txBody>
          <a:bodyPr/>
          <a:lstStyle/>
          <a:p>
            <a:endParaRPr lang="en-IN" dirty="0"/>
          </a:p>
        </p:txBody>
      </p:sp>
      <p:sp>
        <p:nvSpPr>
          <p:cNvPr id="5212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5</a:t>
            </a:fld>
            <a:endParaRPr lang="en-US" dirty="0"/>
          </a:p>
        </p:txBody>
      </p:sp>
      <p:sp>
        <p:nvSpPr>
          <p:cNvPr id="521218" name="Rectangle 2"/>
          <p:cNvSpPr>
            <a:spLocks noGrp="1" noRot="1" noChangeAspect="1" noChangeArrowheads="1" noTextEdit="1"/>
          </p:cNvSpPr>
          <p:nvPr>
            <p:ph type="sldImg"/>
          </p:nvPr>
        </p:nvSpPr>
        <p:spPr>
          <a:ln/>
        </p:spPr>
        <p:txBody>
          <a:bodyPr/>
          <a:lstStyle/>
          <a:p>
            <a:endParaRPr lang="en-IN" dirty="0"/>
          </a:p>
        </p:txBody>
      </p:sp>
      <p:sp>
        <p:nvSpPr>
          <p:cNvPr id="5212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1BA48-AD9C-E50D-F093-39D6BBA4EFAC}"/>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BB74AB4C-4CBE-95AE-55DB-19B003C83DAC}"/>
              </a:ext>
            </a:extLst>
          </p:cNvPr>
          <p:cNvSpPr>
            <a:spLocks noGrp="1" noChangeArrowheads="1"/>
          </p:cNvSpPr>
          <p:nvPr>
            <p:ph type="sldNum" sz="quarter" idx="5"/>
          </p:nvPr>
        </p:nvSpPr>
        <p:spPr>
          <a:ln/>
        </p:spPr>
        <p:txBody>
          <a:bodyPr/>
          <a:lstStyle/>
          <a:p>
            <a:fld id="{1DECB7F0-34A5-4C70-97E9-77E6D8EC06C7}" type="slidenum">
              <a:rPr lang="en-US"/>
              <a:pPr/>
              <a:t>6</a:t>
            </a:fld>
            <a:endParaRPr lang="en-US" dirty="0"/>
          </a:p>
        </p:txBody>
      </p:sp>
      <p:sp>
        <p:nvSpPr>
          <p:cNvPr id="521218" name="Rectangle 2">
            <a:extLst>
              <a:ext uri="{FF2B5EF4-FFF2-40B4-BE49-F238E27FC236}">
                <a16:creationId xmlns:a16="http://schemas.microsoft.com/office/drawing/2014/main" id="{6967AD14-7D79-03D1-01D8-7202909D186C}"/>
              </a:ext>
            </a:extLst>
          </p:cNvPr>
          <p:cNvSpPr>
            <a:spLocks noGrp="1" noRot="1" noChangeAspect="1" noChangeArrowheads="1" noTextEdit="1"/>
          </p:cNvSpPr>
          <p:nvPr>
            <p:ph type="sldImg"/>
          </p:nvPr>
        </p:nvSpPr>
        <p:spPr>
          <a:ln/>
        </p:spPr>
        <p:txBody>
          <a:bodyPr/>
          <a:lstStyle/>
          <a:p>
            <a:endParaRPr lang="en-IN" dirty="0"/>
          </a:p>
        </p:txBody>
      </p:sp>
      <p:sp>
        <p:nvSpPr>
          <p:cNvPr id="521219" name="Rectangle 3">
            <a:extLst>
              <a:ext uri="{FF2B5EF4-FFF2-40B4-BE49-F238E27FC236}">
                <a16:creationId xmlns:a16="http://schemas.microsoft.com/office/drawing/2014/main" id="{CCBE6F73-1830-E3F9-5D83-864F9B7507DB}"/>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715219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7</a:t>
            </a:fld>
            <a:endParaRPr lang="en-US" dirty="0"/>
          </a:p>
        </p:txBody>
      </p:sp>
      <p:sp>
        <p:nvSpPr>
          <p:cNvPr id="521218" name="Rectangle 2"/>
          <p:cNvSpPr>
            <a:spLocks noGrp="1" noRot="1" noChangeAspect="1" noChangeArrowheads="1" noTextEdit="1"/>
          </p:cNvSpPr>
          <p:nvPr>
            <p:ph type="sldImg"/>
          </p:nvPr>
        </p:nvSpPr>
        <p:spPr>
          <a:ln/>
        </p:spPr>
        <p:txBody>
          <a:bodyPr/>
          <a:lstStyle/>
          <a:p>
            <a:endParaRPr lang="en-IN" dirty="0"/>
          </a:p>
        </p:txBody>
      </p:sp>
      <p:sp>
        <p:nvSpPr>
          <p:cNvPr id="5212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8</a:t>
            </a:fld>
            <a:endParaRPr lang="en-US" dirty="0"/>
          </a:p>
        </p:txBody>
      </p:sp>
      <p:sp>
        <p:nvSpPr>
          <p:cNvPr id="521218" name="Rectangle 2"/>
          <p:cNvSpPr>
            <a:spLocks noGrp="1" noRot="1" noChangeAspect="1" noChangeArrowheads="1" noTextEdit="1"/>
          </p:cNvSpPr>
          <p:nvPr>
            <p:ph type="sldImg"/>
          </p:nvPr>
        </p:nvSpPr>
        <p:spPr>
          <a:ln/>
        </p:spPr>
        <p:txBody>
          <a:bodyPr/>
          <a:lstStyle/>
          <a:p>
            <a:endParaRPr lang="en-IN" dirty="0"/>
          </a:p>
        </p:txBody>
      </p:sp>
      <p:sp>
        <p:nvSpPr>
          <p:cNvPr id="5212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1A046-68A2-FBAA-D962-08A9A14DA29B}"/>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1E86D990-F4AD-8B09-4746-462F9AFCAB18}"/>
              </a:ext>
            </a:extLst>
          </p:cNvPr>
          <p:cNvSpPr>
            <a:spLocks noGrp="1" noChangeArrowheads="1"/>
          </p:cNvSpPr>
          <p:nvPr>
            <p:ph type="sldNum" sz="quarter" idx="5"/>
          </p:nvPr>
        </p:nvSpPr>
        <p:spPr>
          <a:ln/>
        </p:spPr>
        <p:txBody>
          <a:bodyPr/>
          <a:lstStyle/>
          <a:p>
            <a:fld id="{1DECB7F0-34A5-4C70-97E9-77E6D8EC06C7}" type="slidenum">
              <a:rPr lang="en-US"/>
              <a:pPr/>
              <a:t>9</a:t>
            </a:fld>
            <a:endParaRPr lang="en-US" dirty="0"/>
          </a:p>
        </p:txBody>
      </p:sp>
      <p:sp>
        <p:nvSpPr>
          <p:cNvPr id="521218" name="Rectangle 2">
            <a:extLst>
              <a:ext uri="{FF2B5EF4-FFF2-40B4-BE49-F238E27FC236}">
                <a16:creationId xmlns:a16="http://schemas.microsoft.com/office/drawing/2014/main" id="{F55DF7E8-5665-6578-3A10-0F63DF8BD154}"/>
              </a:ext>
            </a:extLst>
          </p:cNvPr>
          <p:cNvSpPr>
            <a:spLocks noGrp="1" noRot="1" noChangeAspect="1" noChangeArrowheads="1" noTextEdit="1"/>
          </p:cNvSpPr>
          <p:nvPr>
            <p:ph type="sldImg"/>
          </p:nvPr>
        </p:nvSpPr>
        <p:spPr>
          <a:ln/>
        </p:spPr>
        <p:txBody>
          <a:bodyPr/>
          <a:lstStyle/>
          <a:p>
            <a:endParaRPr lang="en-IN" dirty="0"/>
          </a:p>
        </p:txBody>
      </p:sp>
      <p:sp>
        <p:nvSpPr>
          <p:cNvPr id="521219" name="Rectangle 3">
            <a:extLst>
              <a:ext uri="{FF2B5EF4-FFF2-40B4-BE49-F238E27FC236}">
                <a16:creationId xmlns:a16="http://schemas.microsoft.com/office/drawing/2014/main" id="{A8A27E18-036A-F20D-2ED4-64FD0B76755A}"/>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006241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9414A-25D0-0952-B737-466A68379D8B}"/>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CAF7EEAE-7EF5-7186-74A7-0F22A6574EED}"/>
              </a:ext>
            </a:extLst>
          </p:cNvPr>
          <p:cNvSpPr>
            <a:spLocks noGrp="1" noChangeArrowheads="1"/>
          </p:cNvSpPr>
          <p:nvPr>
            <p:ph type="sldNum" sz="quarter" idx="5"/>
          </p:nvPr>
        </p:nvSpPr>
        <p:spPr>
          <a:ln/>
        </p:spPr>
        <p:txBody>
          <a:bodyPr/>
          <a:lstStyle/>
          <a:p>
            <a:fld id="{1DECB7F0-34A5-4C70-97E9-77E6D8EC06C7}" type="slidenum">
              <a:rPr lang="en-US"/>
              <a:pPr/>
              <a:t>10</a:t>
            </a:fld>
            <a:endParaRPr lang="en-US" dirty="0"/>
          </a:p>
        </p:txBody>
      </p:sp>
      <p:sp>
        <p:nvSpPr>
          <p:cNvPr id="521218" name="Rectangle 2">
            <a:extLst>
              <a:ext uri="{FF2B5EF4-FFF2-40B4-BE49-F238E27FC236}">
                <a16:creationId xmlns:a16="http://schemas.microsoft.com/office/drawing/2014/main" id="{5F86AE1F-37CE-51D1-0CE7-66B8EC919BEE}"/>
              </a:ext>
            </a:extLst>
          </p:cNvPr>
          <p:cNvSpPr>
            <a:spLocks noGrp="1" noRot="1" noChangeAspect="1" noChangeArrowheads="1" noTextEdit="1"/>
          </p:cNvSpPr>
          <p:nvPr>
            <p:ph type="sldImg"/>
          </p:nvPr>
        </p:nvSpPr>
        <p:spPr>
          <a:ln/>
        </p:spPr>
        <p:txBody>
          <a:bodyPr/>
          <a:lstStyle/>
          <a:p>
            <a:endParaRPr lang="en-IN" dirty="0"/>
          </a:p>
        </p:txBody>
      </p:sp>
      <p:sp>
        <p:nvSpPr>
          <p:cNvPr id="521219" name="Rectangle 3">
            <a:extLst>
              <a:ext uri="{FF2B5EF4-FFF2-40B4-BE49-F238E27FC236}">
                <a16:creationId xmlns:a16="http://schemas.microsoft.com/office/drawing/2014/main" id="{D663A53C-5DF1-3423-A26A-BFD64931DA6F}"/>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11695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11</a:t>
            </a:fld>
            <a:endParaRPr lang="en-US" dirty="0"/>
          </a:p>
        </p:txBody>
      </p:sp>
      <p:sp>
        <p:nvSpPr>
          <p:cNvPr id="521218" name="Rectangle 2"/>
          <p:cNvSpPr>
            <a:spLocks noGrp="1" noRot="1" noChangeAspect="1" noChangeArrowheads="1" noTextEdit="1"/>
          </p:cNvSpPr>
          <p:nvPr>
            <p:ph type="sldImg"/>
          </p:nvPr>
        </p:nvSpPr>
        <p:spPr>
          <a:ln/>
        </p:spPr>
        <p:txBody>
          <a:bodyPr/>
          <a:lstStyle/>
          <a:p>
            <a:endParaRPr lang="en-IN" dirty="0"/>
          </a:p>
        </p:txBody>
      </p:sp>
      <p:sp>
        <p:nvSpPr>
          <p:cNvPr id="5212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92821-2CCC-AF38-AB5F-EAAE9C157B87}"/>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504DF4DB-908F-7971-85F5-A3FD9BC3D669}"/>
              </a:ext>
            </a:extLst>
          </p:cNvPr>
          <p:cNvSpPr>
            <a:spLocks noGrp="1" noChangeArrowheads="1"/>
          </p:cNvSpPr>
          <p:nvPr>
            <p:ph type="sldNum" sz="quarter" idx="5"/>
          </p:nvPr>
        </p:nvSpPr>
        <p:spPr>
          <a:ln/>
        </p:spPr>
        <p:txBody>
          <a:bodyPr/>
          <a:lstStyle/>
          <a:p>
            <a:fld id="{1DECB7F0-34A5-4C70-97E9-77E6D8EC06C7}" type="slidenum">
              <a:rPr lang="en-US"/>
              <a:pPr/>
              <a:t>12</a:t>
            </a:fld>
            <a:endParaRPr lang="en-US" dirty="0"/>
          </a:p>
        </p:txBody>
      </p:sp>
      <p:sp>
        <p:nvSpPr>
          <p:cNvPr id="521218" name="Rectangle 2">
            <a:extLst>
              <a:ext uri="{FF2B5EF4-FFF2-40B4-BE49-F238E27FC236}">
                <a16:creationId xmlns:a16="http://schemas.microsoft.com/office/drawing/2014/main" id="{FB416377-C879-4889-6CE6-57245540744F}"/>
              </a:ext>
            </a:extLst>
          </p:cNvPr>
          <p:cNvSpPr>
            <a:spLocks noGrp="1" noRot="1" noChangeAspect="1" noChangeArrowheads="1" noTextEdit="1"/>
          </p:cNvSpPr>
          <p:nvPr>
            <p:ph type="sldImg"/>
          </p:nvPr>
        </p:nvSpPr>
        <p:spPr>
          <a:ln/>
        </p:spPr>
        <p:txBody>
          <a:bodyPr/>
          <a:lstStyle/>
          <a:p>
            <a:endParaRPr lang="en-IN" dirty="0"/>
          </a:p>
        </p:txBody>
      </p:sp>
      <p:sp>
        <p:nvSpPr>
          <p:cNvPr id="521219" name="Rectangle 3">
            <a:extLst>
              <a:ext uri="{FF2B5EF4-FFF2-40B4-BE49-F238E27FC236}">
                <a16:creationId xmlns:a16="http://schemas.microsoft.com/office/drawing/2014/main" id="{323791D9-6D17-5BA8-912D-638A0B7CABC5}"/>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80294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13</a:t>
            </a:fld>
            <a:endParaRPr lang="en-US" dirty="0"/>
          </a:p>
        </p:txBody>
      </p:sp>
      <p:sp>
        <p:nvSpPr>
          <p:cNvPr id="521218" name="Rectangle 2"/>
          <p:cNvSpPr>
            <a:spLocks noGrp="1" noRot="1" noChangeAspect="1" noChangeArrowheads="1" noTextEdit="1"/>
          </p:cNvSpPr>
          <p:nvPr>
            <p:ph type="sldImg"/>
          </p:nvPr>
        </p:nvSpPr>
        <p:spPr>
          <a:ln/>
        </p:spPr>
        <p:txBody>
          <a:bodyPr/>
          <a:lstStyle/>
          <a:p>
            <a:endParaRPr lang="en-IN" dirty="0"/>
          </a:p>
        </p:txBody>
      </p:sp>
      <p:sp>
        <p:nvSpPr>
          <p:cNvPr id="5212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14</a:t>
            </a:fld>
            <a:endParaRPr lang="en-US" dirty="0"/>
          </a:p>
        </p:txBody>
      </p:sp>
      <p:sp>
        <p:nvSpPr>
          <p:cNvPr id="521218" name="Rectangle 2"/>
          <p:cNvSpPr>
            <a:spLocks noGrp="1" noRot="1" noChangeAspect="1" noChangeArrowheads="1" noTextEdit="1"/>
          </p:cNvSpPr>
          <p:nvPr>
            <p:ph type="sldImg"/>
          </p:nvPr>
        </p:nvSpPr>
        <p:spPr>
          <a:ln/>
        </p:spPr>
        <p:txBody>
          <a:bodyPr/>
          <a:lstStyle/>
          <a:p>
            <a:endParaRPr lang="en-IN" dirty="0"/>
          </a:p>
        </p:txBody>
      </p:sp>
      <p:sp>
        <p:nvSpPr>
          <p:cNvPr id="5212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ED72B-86BE-E911-F5C2-92ECFBBDBE33}"/>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BA20C5AB-0B82-6BAC-8F6D-97519E8BD50A}"/>
              </a:ext>
            </a:extLst>
          </p:cNvPr>
          <p:cNvSpPr>
            <a:spLocks noGrp="1" noChangeArrowheads="1"/>
          </p:cNvSpPr>
          <p:nvPr>
            <p:ph type="sldNum" sz="quarter" idx="5"/>
          </p:nvPr>
        </p:nvSpPr>
        <p:spPr>
          <a:ln/>
        </p:spPr>
        <p:txBody>
          <a:bodyPr/>
          <a:lstStyle/>
          <a:p>
            <a:fld id="{1DECB7F0-34A5-4C70-97E9-77E6D8EC06C7}" type="slidenum">
              <a:rPr lang="en-US"/>
              <a:pPr/>
              <a:t>15</a:t>
            </a:fld>
            <a:endParaRPr lang="en-US" dirty="0"/>
          </a:p>
        </p:txBody>
      </p:sp>
      <p:sp>
        <p:nvSpPr>
          <p:cNvPr id="521218" name="Rectangle 2">
            <a:extLst>
              <a:ext uri="{FF2B5EF4-FFF2-40B4-BE49-F238E27FC236}">
                <a16:creationId xmlns:a16="http://schemas.microsoft.com/office/drawing/2014/main" id="{594E08E0-2B69-86D1-662B-0209E16A01D2}"/>
              </a:ext>
            </a:extLst>
          </p:cNvPr>
          <p:cNvSpPr>
            <a:spLocks noGrp="1" noRot="1" noChangeAspect="1" noChangeArrowheads="1" noTextEdit="1"/>
          </p:cNvSpPr>
          <p:nvPr>
            <p:ph type="sldImg"/>
          </p:nvPr>
        </p:nvSpPr>
        <p:spPr>
          <a:ln/>
        </p:spPr>
        <p:txBody>
          <a:bodyPr/>
          <a:lstStyle/>
          <a:p>
            <a:endParaRPr lang="en-IN" dirty="0"/>
          </a:p>
        </p:txBody>
      </p:sp>
      <p:sp>
        <p:nvSpPr>
          <p:cNvPr id="521219" name="Rectangle 3">
            <a:extLst>
              <a:ext uri="{FF2B5EF4-FFF2-40B4-BE49-F238E27FC236}">
                <a16:creationId xmlns:a16="http://schemas.microsoft.com/office/drawing/2014/main" id="{E8BC03BC-1EAE-680E-C68E-9D53E7CAB758}"/>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80217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EEAA-F7A8-DF0A-32A1-4F6188439B6F}"/>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45671407-7025-E324-5D02-0A93935B314E}"/>
              </a:ext>
            </a:extLst>
          </p:cNvPr>
          <p:cNvSpPr>
            <a:spLocks noGrp="1" noChangeArrowheads="1"/>
          </p:cNvSpPr>
          <p:nvPr>
            <p:ph type="sldNum" sz="quarter" idx="5"/>
          </p:nvPr>
        </p:nvSpPr>
        <p:spPr>
          <a:ln/>
        </p:spPr>
        <p:txBody>
          <a:bodyPr/>
          <a:lstStyle/>
          <a:p>
            <a:fld id="{1DECB7F0-34A5-4C70-97E9-77E6D8EC06C7}" type="slidenum">
              <a:rPr lang="en-US"/>
              <a:pPr/>
              <a:t>16</a:t>
            </a:fld>
            <a:endParaRPr lang="en-US" dirty="0"/>
          </a:p>
        </p:txBody>
      </p:sp>
      <p:sp>
        <p:nvSpPr>
          <p:cNvPr id="521218" name="Rectangle 2">
            <a:extLst>
              <a:ext uri="{FF2B5EF4-FFF2-40B4-BE49-F238E27FC236}">
                <a16:creationId xmlns:a16="http://schemas.microsoft.com/office/drawing/2014/main" id="{A5C5AF18-F872-8802-884D-ACFD5D99B4BD}"/>
              </a:ext>
            </a:extLst>
          </p:cNvPr>
          <p:cNvSpPr>
            <a:spLocks noGrp="1" noRot="1" noChangeAspect="1" noChangeArrowheads="1" noTextEdit="1"/>
          </p:cNvSpPr>
          <p:nvPr>
            <p:ph type="sldImg"/>
          </p:nvPr>
        </p:nvSpPr>
        <p:spPr>
          <a:ln/>
        </p:spPr>
        <p:txBody>
          <a:bodyPr/>
          <a:lstStyle/>
          <a:p>
            <a:endParaRPr lang="en-IN" dirty="0"/>
          </a:p>
        </p:txBody>
      </p:sp>
      <p:sp>
        <p:nvSpPr>
          <p:cNvPr id="521219" name="Rectangle 3">
            <a:extLst>
              <a:ext uri="{FF2B5EF4-FFF2-40B4-BE49-F238E27FC236}">
                <a16:creationId xmlns:a16="http://schemas.microsoft.com/office/drawing/2014/main" id="{F4B5A498-300E-5831-B2E9-33F4A36D4C4B}"/>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2739638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00589-7547-450A-53FF-764970E908B7}"/>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785A9579-8FF5-06D6-E52E-04748526980F}"/>
              </a:ext>
            </a:extLst>
          </p:cNvPr>
          <p:cNvSpPr>
            <a:spLocks noGrp="1" noChangeArrowheads="1"/>
          </p:cNvSpPr>
          <p:nvPr>
            <p:ph type="sldNum" sz="quarter" idx="5"/>
          </p:nvPr>
        </p:nvSpPr>
        <p:spPr>
          <a:ln/>
        </p:spPr>
        <p:txBody>
          <a:bodyPr/>
          <a:lstStyle/>
          <a:p>
            <a:fld id="{1DECB7F0-34A5-4C70-97E9-77E6D8EC06C7}" type="slidenum">
              <a:rPr lang="en-US"/>
              <a:pPr/>
              <a:t>17</a:t>
            </a:fld>
            <a:endParaRPr lang="en-US" dirty="0"/>
          </a:p>
        </p:txBody>
      </p:sp>
      <p:sp>
        <p:nvSpPr>
          <p:cNvPr id="521218" name="Rectangle 2">
            <a:extLst>
              <a:ext uri="{FF2B5EF4-FFF2-40B4-BE49-F238E27FC236}">
                <a16:creationId xmlns:a16="http://schemas.microsoft.com/office/drawing/2014/main" id="{4A14F6ED-6A26-7DC8-5737-713C933E4113}"/>
              </a:ext>
            </a:extLst>
          </p:cNvPr>
          <p:cNvSpPr>
            <a:spLocks noGrp="1" noRot="1" noChangeAspect="1" noChangeArrowheads="1" noTextEdit="1"/>
          </p:cNvSpPr>
          <p:nvPr>
            <p:ph type="sldImg"/>
          </p:nvPr>
        </p:nvSpPr>
        <p:spPr>
          <a:ln/>
        </p:spPr>
        <p:txBody>
          <a:bodyPr/>
          <a:lstStyle/>
          <a:p>
            <a:endParaRPr lang="en-IN" dirty="0"/>
          </a:p>
        </p:txBody>
      </p:sp>
      <p:sp>
        <p:nvSpPr>
          <p:cNvPr id="521219" name="Rectangle 3">
            <a:extLst>
              <a:ext uri="{FF2B5EF4-FFF2-40B4-BE49-F238E27FC236}">
                <a16:creationId xmlns:a16="http://schemas.microsoft.com/office/drawing/2014/main" id="{6CB3B60A-1651-8FD9-3408-2A219ED1C12D}"/>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563496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C255F-AF83-E71D-6F8F-682CCA16F4E6}"/>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4BADD4F4-7C10-190D-4AE1-8984D19B0435}"/>
              </a:ext>
            </a:extLst>
          </p:cNvPr>
          <p:cNvSpPr>
            <a:spLocks noGrp="1" noChangeArrowheads="1"/>
          </p:cNvSpPr>
          <p:nvPr>
            <p:ph type="sldNum" sz="quarter" idx="5"/>
          </p:nvPr>
        </p:nvSpPr>
        <p:spPr>
          <a:ln/>
        </p:spPr>
        <p:txBody>
          <a:bodyPr/>
          <a:lstStyle/>
          <a:p>
            <a:fld id="{1DECB7F0-34A5-4C70-97E9-77E6D8EC06C7}" type="slidenum">
              <a:rPr lang="en-US"/>
              <a:pPr/>
              <a:t>18</a:t>
            </a:fld>
            <a:endParaRPr lang="en-US" dirty="0"/>
          </a:p>
        </p:txBody>
      </p:sp>
      <p:sp>
        <p:nvSpPr>
          <p:cNvPr id="521218" name="Rectangle 2">
            <a:extLst>
              <a:ext uri="{FF2B5EF4-FFF2-40B4-BE49-F238E27FC236}">
                <a16:creationId xmlns:a16="http://schemas.microsoft.com/office/drawing/2014/main" id="{193425AA-62AC-9B06-FA54-6491C6EC00A3}"/>
              </a:ext>
            </a:extLst>
          </p:cNvPr>
          <p:cNvSpPr>
            <a:spLocks noGrp="1" noRot="1" noChangeAspect="1" noChangeArrowheads="1" noTextEdit="1"/>
          </p:cNvSpPr>
          <p:nvPr>
            <p:ph type="sldImg"/>
          </p:nvPr>
        </p:nvSpPr>
        <p:spPr>
          <a:ln/>
        </p:spPr>
        <p:txBody>
          <a:bodyPr/>
          <a:lstStyle/>
          <a:p>
            <a:endParaRPr lang="en-IN" dirty="0"/>
          </a:p>
        </p:txBody>
      </p:sp>
      <p:sp>
        <p:nvSpPr>
          <p:cNvPr id="521219" name="Rectangle 3">
            <a:extLst>
              <a:ext uri="{FF2B5EF4-FFF2-40B4-BE49-F238E27FC236}">
                <a16:creationId xmlns:a16="http://schemas.microsoft.com/office/drawing/2014/main" id="{C2B39DE9-0ABE-A6C5-197F-3E4CA6C6694D}"/>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4369636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00E59-407E-E21B-4ED4-15F0929273F6}"/>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35666033-F72B-7CAB-CDA6-ADA03EDB3A26}"/>
              </a:ext>
            </a:extLst>
          </p:cNvPr>
          <p:cNvSpPr>
            <a:spLocks noGrp="1" noChangeArrowheads="1"/>
          </p:cNvSpPr>
          <p:nvPr>
            <p:ph type="sldNum" sz="quarter" idx="5"/>
          </p:nvPr>
        </p:nvSpPr>
        <p:spPr>
          <a:ln/>
        </p:spPr>
        <p:txBody>
          <a:bodyPr/>
          <a:lstStyle/>
          <a:p>
            <a:fld id="{1DECB7F0-34A5-4C70-97E9-77E6D8EC06C7}" type="slidenum">
              <a:rPr lang="en-US"/>
              <a:pPr/>
              <a:t>19</a:t>
            </a:fld>
            <a:endParaRPr lang="en-US" dirty="0"/>
          </a:p>
        </p:txBody>
      </p:sp>
      <p:sp>
        <p:nvSpPr>
          <p:cNvPr id="521218" name="Rectangle 2">
            <a:extLst>
              <a:ext uri="{FF2B5EF4-FFF2-40B4-BE49-F238E27FC236}">
                <a16:creationId xmlns:a16="http://schemas.microsoft.com/office/drawing/2014/main" id="{45452B88-4391-44C7-38B4-BEC120AFF5A9}"/>
              </a:ext>
            </a:extLst>
          </p:cNvPr>
          <p:cNvSpPr>
            <a:spLocks noGrp="1" noRot="1" noChangeAspect="1" noChangeArrowheads="1" noTextEdit="1"/>
          </p:cNvSpPr>
          <p:nvPr>
            <p:ph type="sldImg"/>
          </p:nvPr>
        </p:nvSpPr>
        <p:spPr>
          <a:ln/>
        </p:spPr>
        <p:txBody>
          <a:bodyPr/>
          <a:lstStyle/>
          <a:p>
            <a:endParaRPr lang="en-IN" dirty="0"/>
          </a:p>
        </p:txBody>
      </p:sp>
      <p:sp>
        <p:nvSpPr>
          <p:cNvPr id="521219" name="Rectangle 3">
            <a:extLst>
              <a:ext uri="{FF2B5EF4-FFF2-40B4-BE49-F238E27FC236}">
                <a16:creationId xmlns:a16="http://schemas.microsoft.com/office/drawing/2014/main" id="{9215F3C1-3EE0-5B5C-9286-652177926385}"/>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744932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2655081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56" y="0"/>
            <a:ext cx="9147855" cy="548680"/>
          </a:xfrm>
        </p:spPr>
        <p:txBody>
          <a:bodyPr>
            <a:normAutofit/>
          </a:bodyPr>
          <a:lstStyle>
            <a:lvl1pPr algn="l">
              <a:defRPr sz="2800" b="1"/>
            </a:lvl1pPr>
          </a:lstStyle>
          <a:p>
            <a:r>
              <a:rPr lang="en-US"/>
              <a:t>Click to edit Master title style</a:t>
            </a:r>
            <a:endParaRPr lang="en-IN"/>
          </a:p>
        </p:txBody>
      </p:sp>
      <p:sp>
        <p:nvSpPr>
          <p:cNvPr id="3" name="Content Placeholder 2"/>
          <p:cNvSpPr>
            <a:spLocks noGrp="1"/>
          </p:cNvSpPr>
          <p:nvPr>
            <p:ph idx="1"/>
          </p:nvPr>
        </p:nvSpPr>
        <p:spPr>
          <a:xfrm>
            <a:off x="0" y="764704"/>
            <a:ext cx="9144000" cy="540060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p:cNvSpPr>
            <a:spLocks noGrp="1"/>
          </p:cNvSpPr>
          <p:nvPr>
            <p:ph type="sldNum" sz="quarter" idx="12"/>
          </p:nvPr>
        </p:nvSpPr>
        <p:spPr>
          <a:xfrm>
            <a:off x="0" y="6492064"/>
            <a:ext cx="395064" cy="365125"/>
          </a:xfrm>
        </p:spPr>
        <p:txBody>
          <a:bodyPr/>
          <a:lstStyle>
            <a:lvl1pPr algn="ctr">
              <a:defRPr/>
            </a:lvl1pPr>
          </a:lstStyle>
          <a:p>
            <a:fld id="{08FC1071-F2DF-4CA9-AA63-FF97A16BD739}" type="slidenum">
              <a:rPr lang="en-IN" smtClean="0"/>
              <a:pPr/>
              <a:t>‹#›</a:t>
            </a:fld>
            <a:endParaRPr lang="en-IN" dirty="0"/>
          </a:p>
        </p:txBody>
      </p:sp>
    </p:spTree>
    <p:extLst>
      <p:ext uri="{BB962C8B-B14F-4D97-AF65-F5344CB8AC3E}">
        <p14:creationId xmlns:p14="http://schemas.microsoft.com/office/powerpoint/2010/main" val="1321531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2055396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1095711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IN"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9" name="Slide Number Placeholder 8"/>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1546919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IN"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5" name="Slide Number Placeholder 4"/>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1615771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IN"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4" name="Slide Number Placeholder 3"/>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4204856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1961854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3029271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3707677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1053088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6465EF">
                <a:alpha val="0"/>
                <a:lumMod val="0"/>
                <a:lumOff val="100000"/>
              </a:srgbClr>
            </a:gs>
            <a:gs pos="100000">
              <a:srgbClr val="E94268">
                <a:alpha val="94000"/>
                <a:lumMod val="40000"/>
                <a:lumOff val="60000"/>
              </a:srgb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676" y="8721"/>
            <a:ext cx="9163676" cy="490066"/>
          </a:xfrm>
          <a:prstGeom prst="rect">
            <a:avLst/>
          </a:prstGeom>
        </p:spPr>
        <p:txBody>
          <a:bodyPr vert="horz" lIns="91440" tIns="45720" rIns="91440" bIns="45720" rtlCol="0" anchor="ctr">
            <a:normAutofit/>
          </a:bodyPr>
          <a:lstStyle/>
          <a:p>
            <a:pPr lvl="0" algn="l"/>
            <a:r>
              <a:rPr lang="en-US"/>
              <a:t>Click to edit Master title style</a:t>
            </a:r>
            <a:endParaRPr lang="en-IN"/>
          </a:p>
        </p:txBody>
      </p:sp>
      <p:sp>
        <p:nvSpPr>
          <p:cNvPr id="3" name="Text Placeholder 2"/>
          <p:cNvSpPr>
            <a:spLocks noGrp="1"/>
          </p:cNvSpPr>
          <p:nvPr>
            <p:ph type="body" idx="1"/>
          </p:nvPr>
        </p:nvSpPr>
        <p:spPr>
          <a:xfrm>
            <a:off x="0" y="620688"/>
            <a:ext cx="9144000" cy="568863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Slide Number Placeholder 5"/>
          <p:cNvSpPr>
            <a:spLocks noGrp="1"/>
          </p:cNvSpPr>
          <p:nvPr>
            <p:ph type="sldNum" sz="quarter" idx="4"/>
          </p:nvPr>
        </p:nvSpPr>
        <p:spPr>
          <a:xfrm>
            <a:off x="0" y="6492875"/>
            <a:ext cx="4670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8FC1071-F2DF-4CA9-AA63-FF97A16BD739}" type="slidenum">
              <a:rPr lang="en-IN" smtClean="0"/>
              <a:pPr/>
              <a:t>‹#›</a:t>
            </a:fld>
            <a:endParaRPr lang="en-IN" dirty="0"/>
          </a:p>
        </p:txBody>
      </p:sp>
    </p:spTree>
    <p:extLst>
      <p:ext uri="{BB962C8B-B14F-4D97-AF65-F5344CB8AC3E}">
        <p14:creationId xmlns:p14="http://schemas.microsoft.com/office/powerpoint/2010/main" val="3888646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lang="en-IN" sz="2800" b="1" kern="120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gi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a:extLst>
              <a:ext uri="{FF2B5EF4-FFF2-40B4-BE49-F238E27FC236}">
                <a16:creationId xmlns:a16="http://schemas.microsoft.com/office/drawing/2014/main" id="{5764CCD8-1BB5-E240-D3C7-A3A9D604A682}"/>
              </a:ext>
            </a:extLst>
          </p:cNvPr>
          <p:cNvSpPr>
            <a:spLocks noChangeArrowheads="1"/>
          </p:cNvSpPr>
          <p:nvPr/>
        </p:nvSpPr>
        <p:spPr bwMode="auto">
          <a:xfrm>
            <a:off x="0" y="6058384"/>
            <a:ext cx="9144000" cy="79961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2" name="Title 1"/>
          <p:cNvSpPr>
            <a:spLocks noGrp="1"/>
          </p:cNvSpPr>
          <p:nvPr>
            <p:ph type="ctrTitle" idx="4294967295"/>
          </p:nvPr>
        </p:nvSpPr>
        <p:spPr>
          <a:xfrm>
            <a:off x="0" y="1154113"/>
            <a:ext cx="9144000" cy="2043112"/>
          </a:xfrm>
        </p:spPr>
        <p:txBody>
          <a:bodyPr>
            <a:normAutofit/>
          </a:bodyPr>
          <a:lstStyle/>
          <a:p>
            <a:pPr fontAlgn="base">
              <a:spcAft>
                <a:spcPct val="0"/>
              </a:spcAft>
            </a:pPr>
            <a:r>
              <a:rPr lang="en-IN" dirty="0"/>
              <a:t> </a:t>
            </a:r>
            <a:r>
              <a:rPr lang="en-US" dirty="0"/>
              <a:t>BlogScript (Blog Web Application)</a:t>
            </a:r>
            <a:br>
              <a:rPr lang="en-IN"/>
            </a:br>
            <a:br>
              <a:rPr lang="en-IN"/>
            </a:br>
            <a:r>
              <a:rPr lang="en-IN" sz="2700" b="0" u="sng"/>
              <a:t>Presentation </a:t>
            </a:r>
            <a:br>
              <a:rPr lang="en-IN" dirty="0"/>
            </a:br>
            <a:br>
              <a:rPr lang="en-US" sz="2400" dirty="0">
                <a:ea typeface="Droid Sans Fallback"/>
                <a:cs typeface="Times New Roman" pitchFamily="18" charset="0"/>
              </a:rPr>
            </a:br>
            <a:endParaRPr lang="en-IN" sz="2000" dirty="0"/>
          </a:p>
        </p:txBody>
      </p:sp>
      <p:sp>
        <p:nvSpPr>
          <p:cNvPr id="5" name="Rectangle 4"/>
          <p:cNvSpPr/>
          <p:nvPr/>
        </p:nvSpPr>
        <p:spPr>
          <a:xfrm>
            <a:off x="849694" y="3271252"/>
            <a:ext cx="7656822" cy="4571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dirty="0"/>
          </a:p>
        </p:txBody>
      </p:sp>
      <p:sp>
        <p:nvSpPr>
          <p:cNvPr id="3" name="Rectangle 2"/>
          <p:cNvSpPr/>
          <p:nvPr/>
        </p:nvSpPr>
        <p:spPr>
          <a:xfrm>
            <a:off x="827584" y="6146555"/>
            <a:ext cx="7848872" cy="646331"/>
          </a:xfrm>
          <a:prstGeom prst="rect">
            <a:avLst/>
          </a:prstGeom>
        </p:spPr>
        <p:txBody>
          <a:bodyPr wrap="square">
            <a:spAutoFit/>
          </a:bodyPr>
          <a:lstStyle/>
          <a:p>
            <a:pPr lvl="0" algn="ctr" eaLnBrk="0" fontAlgn="base" hangingPunct="0">
              <a:spcBef>
                <a:spcPct val="0"/>
              </a:spcBef>
              <a:spcAft>
                <a:spcPct val="0"/>
              </a:spcAft>
            </a:pPr>
            <a:r>
              <a:rPr lang="en-US" dirty="0">
                <a:solidFill>
                  <a:schemeClr val="bg1"/>
                </a:solidFill>
                <a:latin typeface="Calibri" pitchFamily="34" charset="0"/>
                <a:ea typeface="Droid Sans Fallback"/>
                <a:cs typeface="Calibri" pitchFamily="34" charset="0"/>
              </a:rPr>
              <a:t>COLLEGE OF COMPUTING SCIENCE &amp; INFORMATION TECHNOLOGY</a:t>
            </a:r>
          </a:p>
          <a:p>
            <a:pPr lvl="0" algn="ctr" eaLnBrk="0" fontAlgn="base" hangingPunct="0">
              <a:spcBef>
                <a:spcPct val="0"/>
              </a:spcBef>
              <a:spcAft>
                <a:spcPct val="0"/>
              </a:spcAft>
            </a:pPr>
            <a:r>
              <a:rPr lang="en-US" dirty="0">
                <a:solidFill>
                  <a:schemeClr val="bg1"/>
                </a:solidFill>
                <a:latin typeface="Calibri" pitchFamily="34" charset="0"/>
                <a:ea typeface="Droid Sans Fallback"/>
                <a:cs typeface="Calibri" pitchFamily="34" charset="0"/>
              </a:rPr>
              <a:t>TEERTHANKER MAHAVEER UNIVERSITY, MORADABAD</a:t>
            </a:r>
            <a:endParaRPr lang="en-US" dirty="0">
              <a:solidFill>
                <a:schemeClr val="bg1"/>
              </a:solidFill>
              <a:latin typeface="Arial" pitchFamily="34" charset="0"/>
              <a:ea typeface="Droid Sans Fallback"/>
              <a:cs typeface="Calibri" pitchFamily="34" charset="0"/>
            </a:endParaRPr>
          </a:p>
        </p:txBody>
      </p:sp>
      <p:pic>
        <p:nvPicPr>
          <p:cNvPr id="7"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43927" y="222219"/>
            <a:ext cx="1056146" cy="93189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012161" y="4114123"/>
            <a:ext cx="2664296" cy="1631216"/>
          </a:xfrm>
          <a:prstGeom prst="rect">
            <a:avLst/>
          </a:prstGeom>
        </p:spPr>
        <p:txBody>
          <a:bodyPr wrap="square">
            <a:spAutoFit/>
          </a:bodyPr>
          <a:lstStyle/>
          <a:p>
            <a:pPr lvl="0" eaLnBrk="0" fontAlgn="base" hangingPunct="0">
              <a:spcBef>
                <a:spcPct val="0"/>
              </a:spcBef>
              <a:spcAft>
                <a:spcPct val="0"/>
              </a:spcAft>
            </a:pPr>
            <a:r>
              <a:rPr lang="en-US" sz="2000" b="1" u="sng" dirty="0">
                <a:latin typeface="Calibri" pitchFamily="34" charset="0"/>
                <a:ea typeface="Droid Sans Fallback"/>
                <a:cs typeface="Times New Roman" pitchFamily="18" charset="0"/>
              </a:rPr>
              <a:t>Team Members</a:t>
            </a:r>
          </a:p>
          <a:p>
            <a:pPr lvl="0" eaLnBrk="0" fontAlgn="base" hangingPunct="0">
              <a:spcBef>
                <a:spcPct val="0"/>
              </a:spcBef>
              <a:spcAft>
                <a:spcPct val="0"/>
              </a:spcAft>
            </a:pPr>
            <a:r>
              <a:rPr lang="en-US" sz="2000" dirty="0">
                <a:latin typeface="Calibri" pitchFamily="34" charset="0"/>
                <a:ea typeface="Droid Sans Fallback"/>
                <a:cs typeface="Times New Roman" pitchFamily="18" charset="0"/>
              </a:rPr>
              <a:t>Pankaj Kumar Das</a:t>
            </a:r>
          </a:p>
          <a:p>
            <a:pPr lvl="0" eaLnBrk="0" fontAlgn="base" hangingPunct="0">
              <a:spcBef>
                <a:spcPct val="0"/>
              </a:spcBef>
              <a:spcAft>
                <a:spcPct val="0"/>
              </a:spcAft>
            </a:pPr>
            <a:r>
              <a:rPr lang="en-US" sz="2000" dirty="0">
                <a:latin typeface="Calibri" pitchFamily="34" charset="0"/>
                <a:ea typeface="Droid Sans Fallback"/>
                <a:cs typeface="Times New Roman" pitchFamily="18" charset="0"/>
              </a:rPr>
              <a:t>Rahul Kumar Senuhar</a:t>
            </a:r>
          </a:p>
          <a:p>
            <a:pPr lvl="0" eaLnBrk="0" fontAlgn="base" hangingPunct="0">
              <a:spcBef>
                <a:spcPct val="0"/>
              </a:spcBef>
              <a:spcAft>
                <a:spcPct val="0"/>
              </a:spcAft>
            </a:pPr>
            <a:r>
              <a:rPr lang="en-US" sz="2000" dirty="0">
                <a:latin typeface="Calibri" pitchFamily="34" charset="0"/>
                <a:ea typeface="Droid Sans Fallback"/>
                <a:cs typeface="Times New Roman" pitchFamily="18" charset="0"/>
              </a:rPr>
              <a:t>Rajneesh kumar</a:t>
            </a:r>
          </a:p>
          <a:p>
            <a:pPr lvl="0" eaLnBrk="0" fontAlgn="base" hangingPunct="0">
              <a:spcBef>
                <a:spcPct val="0"/>
              </a:spcBef>
              <a:spcAft>
                <a:spcPct val="0"/>
              </a:spcAft>
            </a:pPr>
            <a:r>
              <a:rPr lang="en-US" sz="2000" dirty="0">
                <a:latin typeface="Calibri" pitchFamily="34" charset="0"/>
                <a:ea typeface="Droid Sans Fallback"/>
                <a:cs typeface="Times New Roman" pitchFamily="18" charset="0"/>
              </a:rPr>
              <a:t>Course: BCA (6th Sem)</a:t>
            </a:r>
          </a:p>
        </p:txBody>
      </p:sp>
      <p:sp>
        <p:nvSpPr>
          <p:cNvPr id="9" name="Rectangle 8"/>
          <p:cNvSpPr/>
          <p:nvPr/>
        </p:nvSpPr>
        <p:spPr>
          <a:xfrm>
            <a:off x="795129" y="4306465"/>
            <a:ext cx="1728192" cy="646331"/>
          </a:xfrm>
          <a:prstGeom prst="rect">
            <a:avLst/>
          </a:prstGeom>
        </p:spPr>
        <p:txBody>
          <a:bodyPr wrap="square">
            <a:spAutoFit/>
          </a:bodyPr>
          <a:lstStyle/>
          <a:p>
            <a:pPr lvl="0" eaLnBrk="0" fontAlgn="base" hangingPunct="0">
              <a:spcBef>
                <a:spcPct val="0"/>
              </a:spcBef>
              <a:spcAft>
                <a:spcPct val="0"/>
              </a:spcAft>
            </a:pPr>
            <a:r>
              <a:rPr lang="en-US" b="1" u="sng" dirty="0">
                <a:latin typeface="Calibri" pitchFamily="34" charset="0"/>
                <a:ea typeface="Droid Sans Fallback"/>
                <a:cs typeface="Times New Roman" pitchFamily="18" charset="0"/>
              </a:rPr>
              <a:t>Project Guide:</a:t>
            </a:r>
          </a:p>
          <a:p>
            <a:pPr lvl="0" eaLnBrk="0" fontAlgn="base" hangingPunct="0">
              <a:spcBef>
                <a:spcPct val="0"/>
              </a:spcBef>
              <a:spcAft>
                <a:spcPct val="0"/>
              </a:spcAft>
            </a:pPr>
            <a:r>
              <a:rPr lang="en-US" dirty="0">
                <a:latin typeface="Calibri" pitchFamily="34" charset="0"/>
                <a:cs typeface="Times New Roman" pitchFamily="18" charset="0"/>
              </a:rPr>
              <a:t>Mr. Ajay Singh</a:t>
            </a:r>
          </a:p>
        </p:txBody>
      </p:sp>
      <p:sp>
        <p:nvSpPr>
          <p:cNvPr id="10" name="Rectangle 9"/>
          <p:cNvSpPr/>
          <p:nvPr/>
        </p:nvSpPr>
        <p:spPr>
          <a:xfrm>
            <a:off x="551129" y="3405142"/>
            <a:ext cx="8041741" cy="707886"/>
          </a:xfrm>
          <a:prstGeom prst="rect">
            <a:avLst/>
          </a:prstGeom>
        </p:spPr>
        <p:txBody>
          <a:bodyPr wrap="square">
            <a:spAutoFit/>
          </a:bodyPr>
          <a:lstStyle/>
          <a:p>
            <a:pPr algn="ctr" eaLnBrk="0" fontAlgn="base" hangingPunct="0">
              <a:spcBef>
                <a:spcPct val="0"/>
              </a:spcBef>
              <a:spcAft>
                <a:spcPct val="0"/>
              </a:spcAft>
            </a:pPr>
            <a:r>
              <a:rPr lang="en-US" sz="2000" b="1" dirty="0">
                <a:latin typeface="Arial" pitchFamily="34" charset="0"/>
                <a:cs typeface="Arial" pitchFamily="34" charset="0"/>
              </a:rPr>
              <a:t>BCAMP23601</a:t>
            </a:r>
          </a:p>
          <a:p>
            <a:pPr lvl="0" algn="ctr" eaLnBrk="0" fontAlgn="base" hangingPunct="0">
              <a:spcBef>
                <a:spcPct val="0"/>
              </a:spcBef>
              <a:spcAft>
                <a:spcPct val="0"/>
              </a:spcAft>
            </a:pPr>
            <a:r>
              <a:rPr lang="en-US" sz="2000" b="1" dirty="0">
                <a:latin typeface="Calibri" pitchFamily="34" charset="0"/>
                <a:ea typeface="Droid Sans Fallback"/>
                <a:cs typeface="Times New Roman" pitchFamily="18" charset="0"/>
              </a:rPr>
              <a:t>Degree: BCA</a:t>
            </a:r>
            <a:endParaRPr lang="en-US" sz="2000"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3644287393"/>
      </p:ext>
    </p:extLst>
  </p:cSld>
  <p:clrMapOvr>
    <a:masterClrMapping/>
  </p:clrMapOvr>
  <mc:AlternateContent xmlns:mc="http://schemas.openxmlformats.org/markup-compatibility/2006" xmlns:p14="http://schemas.microsoft.com/office/powerpoint/2010/main">
    <mc:Choice Requires="p14">
      <p:transition p14:dur="250">
        <p:push dir="u"/>
      </p:transition>
    </mc:Choice>
    <mc:Fallback xmlns="">
      <p:transition>
        <p:push dir="u"/>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2</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6886" y="82877"/>
            <a:ext cx="2992005" cy="694917"/>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2</a:t>
            </a:fld>
            <a:endParaRPr lang="en-IN" dirty="0">
              <a:solidFill>
                <a:schemeClr val="bg1"/>
              </a:solidFill>
            </a:endParaRPr>
          </a:p>
        </p:txBody>
      </p:sp>
      <p:sp>
        <p:nvSpPr>
          <p:cNvPr id="5" name="Text Box 5">
            <a:extLst>
              <a:ext uri="{FF2B5EF4-FFF2-40B4-BE49-F238E27FC236}">
                <a16:creationId xmlns:a16="http://schemas.microsoft.com/office/drawing/2014/main" id="{E3B12784-358C-C2B3-9F54-8D9CA60B1BB1}"/>
              </a:ext>
            </a:extLst>
          </p:cNvPr>
          <p:cNvSpPr txBox="1">
            <a:spLocks noChangeArrowheads="1"/>
          </p:cNvSpPr>
          <p:nvPr/>
        </p:nvSpPr>
        <p:spPr bwMode="auto">
          <a:xfrm>
            <a:off x="386882" y="199502"/>
            <a:ext cx="61727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IN" dirty="0"/>
              <a:t>Team Details</a:t>
            </a:r>
          </a:p>
          <a:p>
            <a:endParaRPr lang="en-US" dirty="0"/>
          </a:p>
        </p:txBody>
      </p:sp>
      <p:graphicFrame>
        <p:nvGraphicFramePr>
          <p:cNvPr id="4" name="Table 3">
            <a:extLst>
              <a:ext uri="{FF2B5EF4-FFF2-40B4-BE49-F238E27FC236}">
                <a16:creationId xmlns:a16="http://schemas.microsoft.com/office/drawing/2014/main" id="{D46B6DDC-7743-C47E-6D77-7F584F598063}"/>
              </a:ext>
            </a:extLst>
          </p:cNvPr>
          <p:cNvGraphicFramePr>
            <a:graphicFrameLocks noGrp="1"/>
          </p:cNvGraphicFramePr>
          <p:nvPr>
            <p:extLst>
              <p:ext uri="{D42A27DB-BD31-4B8C-83A1-F6EECF244321}">
                <p14:modId xmlns:p14="http://schemas.microsoft.com/office/powerpoint/2010/main" val="2489961176"/>
              </p:ext>
            </p:extLst>
          </p:nvPr>
        </p:nvGraphicFramePr>
        <p:xfrm>
          <a:off x="611560" y="1631048"/>
          <a:ext cx="6696743" cy="3451887"/>
        </p:xfrm>
        <a:graphic>
          <a:graphicData uri="http://schemas.openxmlformats.org/drawingml/2006/table">
            <a:tbl>
              <a:tblPr firstRow="1" bandRow="1">
                <a:effectLst>
                  <a:innerShdw blurRad="114300">
                    <a:prstClr val="black"/>
                  </a:innerShdw>
                </a:effectLst>
                <a:tableStyleId>{073A0DAA-6AF3-43AB-8588-CEC1D06C72B9}</a:tableStyleId>
              </a:tblPr>
              <a:tblGrid>
                <a:gridCol w="2467598">
                  <a:extLst>
                    <a:ext uri="{9D8B030D-6E8A-4147-A177-3AD203B41FA5}">
                      <a16:colId xmlns:a16="http://schemas.microsoft.com/office/drawing/2014/main" val="910580425"/>
                    </a:ext>
                  </a:extLst>
                </a:gridCol>
                <a:gridCol w="1395564">
                  <a:extLst>
                    <a:ext uri="{9D8B030D-6E8A-4147-A177-3AD203B41FA5}">
                      <a16:colId xmlns:a16="http://schemas.microsoft.com/office/drawing/2014/main" val="3395761699"/>
                    </a:ext>
                  </a:extLst>
                </a:gridCol>
                <a:gridCol w="2833581">
                  <a:extLst>
                    <a:ext uri="{9D8B030D-6E8A-4147-A177-3AD203B41FA5}">
                      <a16:colId xmlns:a16="http://schemas.microsoft.com/office/drawing/2014/main" val="4288414226"/>
                    </a:ext>
                  </a:extLst>
                </a:gridCol>
              </a:tblGrid>
              <a:tr h="6641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Name</a:t>
                      </a:r>
                      <a:endParaRPr lang="en-IN" dirty="0"/>
                    </a:p>
                    <a:p>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Enrollment</a:t>
                      </a:r>
                      <a:endParaRPr lang="en-IN" dirty="0"/>
                    </a:p>
                    <a:p>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Role</a:t>
                      </a:r>
                      <a:endParaRPr lang="en-IN" dirty="0"/>
                    </a:p>
                    <a:p>
                      <a:endParaRPr lang="en-IN" dirty="0"/>
                    </a:p>
                  </a:txBody>
                  <a:tcPr/>
                </a:tc>
                <a:extLst>
                  <a:ext uri="{0D108BD9-81ED-4DB2-BD59-A6C34878D82A}">
                    <a16:rowId xmlns:a16="http://schemas.microsoft.com/office/drawing/2014/main" val="2097744911"/>
                  </a:ext>
                </a:extLst>
              </a:tr>
              <a:tr h="6955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RAHUL KUMAR SENUHAR</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TCA2301558</a:t>
                      </a:r>
                      <a:endParaRPr lang="en-IN" dirty="0"/>
                    </a:p>
                    <a:p>
                      <a:endParaRPr lang="en-IN" dirty="0"/>
                    </a:p>
                  </a:txBody>
                  <a:tcPr/>
                </a:tc>
                <a:tc>
                  <a:txBody>
                    <a:bodyPr/>
                    <a:lstStyle/>
                    <a:p>
                      <a:pPr marL="285750" indent="-285750">
                        <a:buFont typeface="Arial" panose="020B0604020202020204" pitchFamily="34" charset="0"/>
                        <a:buChar char="•"/>
                      </a:pPr>
                      <a:r>
                        <a:rPr lang="en-US" dirty="0"/>
                        <a:t>Frontend Developer</a:t>
                      </a:r>
                    </a:p>
                  </a:txBody>
                  <a:tcPr/>
                </a:tc>
                <a:extLst>
                  <a:ext uri="{0D108BD9-81ED-4DB2-BD59-A6C34878D82A}">
                    <a16:rowId xmlns:a16="http://schemas.microsoft.com/office/drawing/2014/main" val="3338131697"/>
                  </a:ext>
                </a:extLst>
              </a:tr>
              <a:tr h="11953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PANKAJ KUMAR DAS </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TCA2301489</a:t>
                      </a:r>
                      <a:endParaRPr lang="en-IN" dirty="0"/>
                    </a:p>
                    <a:p>
                      <a:endParaRPr lang="en-IN" dirty="0"/>
                    </a:p>
                  </a:txBody>
                  <a:tcPr/>
                </a:tc>
                <a:tc>
                  <a:txBody>
                    <a:bodyPr/>
                    <a:lstStyle/>
                    <a:p>
                      <a:pPr marL="285750" indent="-285750">
                        <a:buFont typeface="Arial" panose="020B0604020202020204" pitchFamily="34" charset="0"/>
                        <a:buChar char="•"/>
                      </a:pPr>
                      <a:r>
                        <a:rPr lang="en-US" dirty="0"/>
                        <a:t>Backend Developer</a:t>
                      </a:r>
                    </a:p>
                    <a:p>
                      <a:pPr marL="285750" indent="-285750">
                        <a:buFont typeface="Arial" panose="020B0604020202020204" pitchFamily="34" charset="0"/>
                        <a:buChar char="•"/>
                      </a:pPr>
                      <a:r>
                        <a:rPr lang="en-US" dirty="0"/>
                        <a:t>Testing &amp; Debugging</a:t>
                      </a:r>
                    </a:p>
                    <a:p>
                      <a:pPr marL="285750" indent="-285750">
                        <a:buFont typeface="Arial" panose="020B0604020202020204" pitchFamily="34" charset="0"/>
                        <a:buChar char="•"/>
                      </a:pPr>
                      <a:r>
                        <a:rPr lang="en-US" dirty="0"/>
                        <a:t>Hosting &amp; </a:t>
                      </a:r>
                      <a:r>
                        <a:rPr lang="en-IN" dirty="0"/>
                        <a:t>Deployment</a:t>
                      </a:r>
                      <a:endParaRPr lang="en-US" dirty="0"/>
                    </a:p>
                    <a:p>
                      <a:r>
                        <a:rPr lang="en-US" dirty="0"/>
                        <a:t> </a:t>
                      </a:r>
                    </a:p>
                    <a:p>
                      <a:endParaRPr lang="en-IN" dirty="0"/>
                    </a:p>
                  </a:txBody>
                  <a:tcPr/>
                </a:tc>
                <a:extLst>
                  <a:ext uri="{0D108BD9-81ED-4DB2-BD59-A6C34878D82A}">
                    <a16:rowId xmlns:a16="http://schemas.microsoft.com/office/drawing/2014/main" val="2682169662"/>
                  </a:ext>
                </a:extLst>
              </a:tr>
              <a:tr h="410310">
                <a:tc>
                  <a:txBody>
                    <a:bodyPr/>
                    <a:lstStyle/>
                    <a:p>
                      <a:r>
                        <a:rPr lang="en-US" dirty="0"/>
                        <a:t>RAJNISH KUMAR</a:t>
                      </a:r>
                      <a:endParaRPr lang="en-IN" dirty="0"/>
                    </a:p>
                  </a:txBody>
                  <a:tcPr/>
                </a:tc>
                <a:tc>
                  <a:txBody>
                    <a:bodyPr/>
                    <a:lstStyle/>
                    <a:p>
                      <a:r>
                        <a:rPr lang="en-US" dirty="0"/>
                        <a:t>TCA2301573</a:t>
                      </a:r>
                      <a:endParaRPr lang="en-IN" dirty="0"/>
                    </a:p>
                  </a:txBody>
                  <a:tcPr/>
                </a:tc>
                <a:tc>
                  <a:txBody>
                    <a:bodyPr/>
                    <a:lstStyle/>
                    <a:p>
                      <a:r>
                        <a:rPr lang="en-US" dirty="0"/>
                        <a:t>D</a:t>
                      </a:r>
                      <a:r>
                        <a:rPr lang="en-IN" dirty="0"/>
                        <a:t>atabase Handling</a:t>
                      </a:r>
                    </a:p>
                  </a:txBody>
                  <a:tcPr/>
                </a:tc>
                <a:extLst>
                  <a:ext uri="{0D108BD9-81ED-4DB2-BD59-A6C34878D82A}">
                    <a16:rowId xmlns:a16="http://schemas.microsoft.com/office/drawing/2014/main" val="2374792973"/>
                  </a:ext>
                </a:extLst>
              </a:tr>
            </a:tbl>
          </a:graphicData>
        </a:graphic>
      </p:graphicFrame>
    </p:spTree>
    <p:extLst>
      <p:ext uri="{BB962C8B-B14F-4D97-AF65-F5344CB8AC3E}">
        <p14:creationId xmlns:p14="http://schemas.microsoft.com/office/powerpoint/2010/main" val="113471369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FACCA-380D-45FD-6046-CA13061E01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AED990-AFFB-B73A-EAE1-EEE7941B16FE}"/>
              </a:ext>
            </a:extLst>
          </p:cNvPr>
          <p:cNvSpPr>
            <a:spLocks noGrp="1"/>
          </p:cNvSpPr>
          <p:nvPr>
            <p:ph type="title"/>
          </p:nvPr>
        </p:nvSpPr>
        <p:spPr/>
        <p:txBody>
          <a:bodyPr/>
          <a:lstStyle/>
          <a:p>
            <a:endParaRPr lang="en-IN" dirty="0"/>
          </a:p>
        </p:txBody>
      </p:sp>
      <p:sp>
        <p:nvSpPr>
          <p:cNvPr id="2" name="Slide Number Placeholder 1">
            <a:extLst>
              <a:ext uri="{FF2B5EF4-FFF2-40B4-BE49-F238E27FC236}">
                <a16:creationId xmlns:a16="http://schemas.microsoft.com/office/drawing/2014/main" id="{ED3D2F9B-C714-2467-0928-12E7DBB9B6CF}"/>
              </a:ext>
            </a:extLst>
          </p:cNvPr>
          <p:cNvSpPr>
            <a:spLocks noGrp="1"/>
          </p:cNvSpPr>
          <p:nvPr>
            <p:ph type="sldNum" sz="quarter" idx="12"/>
          </p:nvPr>
        </p:nvSpPr>
        <p:spPr/>
        <p:txBody>
          <a:bodyPr/>
          <a:lstStyle/>
          <a:p>
            <a:fld id="{08FC1071-F2DF-4CA9-AA63-FF97A16BD739}" type="slidenum">
              <a:rPr lang="en-IN" smtClean="0">
                <a:solidFill>
                  <a:schemeClr val="bg1"/>
                </a:solidFill>
              </a:rPr>
              <a:pPr/>
              <a:t>3</a:t>
            </a:fld>
            <a:endParaRPr lang="en-IN" dirty="0">
              <a:solidFill>
                <a:schemeClr val="bg1"/>
              </a:solidFill>
            </a:endParaRPr>
          </a:p>
        </p:txBody>
      </p:sp>
      <p:sp>
        <p:nvSpPr>
          <p:cNvPr id="485380" name="Rectangle 4">
            <a:extLst>
              <a:ext uri="{FF2B5EF4-FFF2-40B4-BE49-F238E27FC236}">
                <a16:creationId xmlns:a16="http://schemas.microsoft.com/office/drawing/2014/main" id="{3DF6A3C0-A094-CA2F-FD3B-4C0F77B3B13D}"/>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4" name="Rectangle 8">
            <a:extLst>
              <a:ext uri="{FF2B5EF4-FFF2-40B4-BE49-F238E27FC236}">
                <a16:creationId xmlns:a16="http://schemas.microsoft.com/office/drawing/2014/main" id="{2F73113D-3EC4-348C-2CEA-766C425F0738}"/>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F4CD0EBB-52B6-087D-4BFA-B385FD27CF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6886" y="82877"/>
            <a:ext cx="2992005" cy="694917"/>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436E1B3C-F076-6094-3840-39AAE46C5D78}"/>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3</a:t>
            </a:fld>
            <a:endParaRPr lang="en-IN" dirty="0">
              <a:solidFill>
                <a:schemeClr val="bg1"/>
              </a:solidFill>
            </a:endParaRPr>
          </a:p>
        </p:txBody>
      </p:sp>
      <p:sp>
        <p:nvSpPr>
          <p:cNvPr id="5" name="Text Box 5">
            <a:extLst>
              <a:ext uri="{FF2B5EF4-FFF2-40B4-BE49-F238E27FC236}">
                <a16:creationId xmlns:a16="http://schemas.microsoft.com/office/drawing/2014/main" id="{425BA0D2-E36A-D25C-968E-A65988053056}"/>
              </a:ext>
            </a:extLst>
          </p:cNvPr>
          <p:cNvSpPr txBox="1">
            <a:spLocks noChangeArrowheads="1"/>
          </p:cNvSpPr>
          <p:nvPr/>
        </p:nvSpPr>
        <p:spPr bwMode="auto">
          <a:xfrm>
            <a:off x="386882" y="199502"/>
            <a:ext cx="61727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IN" dirty="0"/>
              <a:t>Table of Contents</a:t>
            </a:r>
          </a:p>
          <a:p>
            <a:endParaRPr lang="en-US" dirty="0"/>
          </a:p>
        </p:txBody>
      </p:sp>
      <p:sp>
        <p:nvSpPr>
          <p:cNvPr id="7" name="TextBox 6">
            <a:extLst>
              <a:ext uri="{FF2B5EF4-FFF2-40B4-BE49-F238E27FC236}">
                <a16:creationId xmlns:a16="http://schemas.microsoft.com/office/drawing/2014/main" id="{7A52D6A7-8C75-2308-F011-5B4D33106F6D}"/>
              </a:ext>
            </a:extLst>
          </p:cNvPr>
          <p:cNvSpPr txBox="1"/>
          <p:nvPr/>
        </p:nvSpPr>
        <p:spPr>
          <a:xfrm>
            <a:off x="395064" y="894419"/>
            <a:ext cx="6398742" cy="4763099"/>
          </a:xfrm>
          <a:prstGeom prst="rect">
            <a:avLst/>
          </a:prstGeom>
          <a:noFill/>
        </p:spPr>
        <p:txBody>
          <a:bodyPr wrap="square" rtlCol="0">
            <a:spAutoFit/>
          </a:bodyPr>
          <a:lstStyle/>
          <a:p>
            <a:pPr marL="342900" lvl="0" indent="-342900">
              <a:lnSpc>
                <a:spcPct val="200000"/>
              </a:lnSpc>
              <a:spcBef>
                <a:spcPts val="2100"/>
              </a:spcBef>
              <a:buClr>
                <a:srgbClr val="0D0D0D"/>
              </a:buClr>
              <a:buSzPts val="1200"/>
              <a:buFont typeface="+mj-lt"/>
              <a:buAutoNum type="arabicPeriod"/>
            </a:pPr>
            <a:r>
              <a:rPr lang="en-IN" sz="1600" b="1" dirty="0">
                <a:ea typeface="Roboto" panose="02000000000000000000" pitchFamily="2" charset="0"/>
                <a:cs typeface="Roboto" panose="02000000000000000000" pitchFamily="2" charset="0"/>
              </a:rPr>
              <a:t>Project Brief Introduction</a:t>
            </a:r>
            <a:endParaRPr lang="en-IN" sz="1400" b="1" u="none" strike="noStrike" dirty="0">
              <a:effectLst/>
              <a:ea typeface="Roboto" panose="02000000000000000000" pitchFamily="2" charset="0"/>
              <a:cs typeface="Roboto" panose="02000000000000000000" pitchFamily="2" charset="0"/>
            </a:endParaRPr>
          </a:p>
          <a:p>
            <a:pPr marL="342900" lvl="0" indent="-342900">
              <a:lnSpc>
                <a:spcPct val="200000"/>
              </a:lnSpc>
              <a:buClr>
                <a:srgbClr val="0D0D0D"/>
              </a:buClr>
              <a:buSzPts val="1200"/>
              <a:buFont typeface="+mj-lt"/>
              <a:buAutoNum type="arabicPeriod"/>
            </a:pPr>
            <a:r>
              <a:rPr lang="en-US" sz="1600" b="1" u="none" strike="noStrike" dirty="0">
                <a:effectLst/>
                <a:ea typeface="Roboto" panose="02000000000000000000" pitchFamily="2" charset="0"/>
                <a:cs typeface="Roboto" panose="02000000000000000000" pitchFamily="2" charset="0"/>
              </a:rPr>
              <a:t>Methodologies/ Technologies/ Tools to be used</a:t>
            </a:r>
            <a:endParaRPr lang="en-IN" sz="1400" b="1" u="none" strike="noStrike" dirty="0">
              <a:effectLst/>
              <a:ea typeface="Roboto" panose="02000000000000000000" pitchFamily="2" charset="0"/>
              <a:cs typeface="Roboto" panose="02000000000000000000" pitchFamily="2" charset="0"/>
            </a:endParaRPr>
          </a:p>
          <a:p>
            <a:pPr marL="342900" indent="-342900">
              <a:lnSpc>
                <a:spcPct val="200000"/>
              </a:lnSpc>
              <a:buClr>
                <a:srgbClr val="0D0D0D"/>
              </a:buClr>
              <a:buSzPts val="1200"/>
              <a:buFont typeface="+mj-lt"/>
              <a:buAutoNum type="arabicPeriod"/>
            </a:pPr>
            <a:r>
              <a:rPr lang="en-US" sz="1400" b="1" dirty="0">
                <a:latin typeface="Calibri" pitchFamily="34" charset="0"/>
                <a:ea typeface="ＭＳ Ｐゴシック" pitchFamily="-28" charset="-128"/>
              </a:rPr>
              <a:t>Process of Implementation </a:t>
            </a:r>
            <a:endParaRPr lang="en-IN" sz="1400" b="1" u="none" strike="noStrike" dirty="0">
              <a:effectLst/>
              <a:ea typeface="Roboto" panose="02000000000000000000" pitchFamily="2" charset="0"/>
              <a:cs typeface="Roboto" panose="02000000000000000000" pitchFamily="2" charset="0"/>
            </a:endParaRPr>
          </a:p>
          <a:p>
            <a:pPr marL="342900" lvl="0" indent="-342900">
              <a:lnSpc>
                <a:spcPct val="200000"/>
              </a:lnSpc>
              <a:buClr>
                <a:srgbClr val="0D0D0D"/>
              </a:buClr>
              <a:buSzPts val="1200"/>
              <a:buFont typeface="+mj-lt"/>
              <a:buAutoNum type="arabicPeriod"/>
            </a:pPr>
            <a:r>
              <a:rPr lang="en-IN" sz="1600" b="1" dirty="0">
                <a:ea typeface="Roboto" panose="02000000000000000000" pitchFamily="2" charset="0"/>
                <a:cs typeface="Roboto" panose="02000000000000000000" pitchFamily="2" charset="0"/>
              </a:rPr>
              <a:t>Context Diagram (Overall Project)</a:t>
            </a:r>
          </a:p>
          <a:p>
            <a:pPr marL="342900" lvl="0" indent="-342900">
              <a:lnSpc>
                <a:spcPct val="200000"/>
              </a:lnSpc>
              <a:buClr>
                <a:srgbClr val="0D0D0D"/>
              </a:buClr>
              <a:buSzPts val="1200"/>
              <a:buFont typeface="+mj-lt"/>
              <a:buAutoNum type="arabicPeriod"/>
            </a:pPr>
            <a:r>
              <a:rPr lang="en-IN" sz="1400" b="1" u="none" strike="noStrike" dirty="0">
                <a:effectLst/>
                <a:ea typeface="Roboto" panose="02000000000000000000" pitchFamily="2" charset="0"/>
                <a:cs typeface="Roboto" panose="02000000000000000000" pitchFamily="2" charset="0"/>
              </a:rPr>
              <a:t>ER Diagrams</a:t>
            </a:r>
          </a:p>
          <a:p>
            <a:pPr marL="342900" lvl="0" indent="-342900">
              <a:lnSpc>
                <a:spcPct val="200000"/>
              </a:lnSpc>
              <a:buClr>
                <a:srgbClr val="0D0D0D"/>
              </a:buClr>
              <a:buSzPts val="1200"/>
              <a:buFont typeface="+mj-lt"/>
              <a:buAutoNum type="arabicPeriod"/>
            </a:pPr>
            <a:r>
              <a:rPr lang="en-IN" sz="1400" b="1" dirty="0">
                <a:ea typeface="Roboto" panose="02000000000000000000" pitchFamily="2" charset="0"/>
                <a:cs typeface="Roboto" panose="02000000000000000000" pitchFamily="2" charset="0"/>
              </a:rPr>
              <a:t>DD Diagrams</a:t>
            </a:r>
            <a:endParaRPr lang="en-IN" sz="1400" b="1" u="none" strike="noStrike" dirty="0">
              <a:effectLst/>
              <a:ea typeface="Roboto" panose="02000000000000000000" pitchFamily="2" charset="0"/>
              <a:cs typeface="Roboto" panose="02000000000000000000" pitchFamily="2" charset="0"/>
            </a:endParaRPr>
          </a:p>
          <a:p>
            <a:pPr marL="342900" lvl="0" indent="-342900">
              <a:lnSpc>
                <a:spcPct val="200000"/>
              </a:lnSpc>
              <a:buClr>
                <a:srgbClr val="0D0D0D"/>
              </a:buClr>
              <a:buSzPts val="1200"/>
              <a:buFont typeface="+mj-lt"/>
              <a:buAutoNum type="arabicPeriod"/>
            </a:pPr>
            <a:r>
              <a:rPr lang="en-IN" sz="1600" b="1" u="none" strike="noStrike" dirty="0">
                <a:effectLst/>
                <a:ea typeface="Roboto" panose="02000000000000000000" pitchFamily="2" charset="0"/>
                <a:cs typeface="Roboto" panose="02000000000000000000" pitchFamily="2" charset="0"/>
              </a:rPr>
              <a:t>Challenges Encountered</a:t>
            </a:r>
          </a:p>
          <a:p>
            <a:pPr marL="342900" lvl="0" indent="-342900">
              <a:lnSpc>
                <a:spcPct val="200000"/>
              </a:lnSpc>
              <a:buClr>
                <a:srgbClr val="0D0D0D"/>
              </a:buClr>
              <a:buSzPts val="1200"/>
              <a:buFont typeface="+mj-lt"/>
              <a:buAutoNum type="arabicPeriod"/>
            </a:pPr>
            <a:r>
              <a:rPr lang="en-IN" sz="1600" b="1" u="none" strike="noStrike" dirty="0">
                <a:effectLst/>
                <a:ea typeface="Roboto" panose="02000000000000000000" pitchFamily="2" charset="0"/>
                <a:cs typeface="Roboto" panose="02000000000000000000" pitchFamily="2" charset="0"/>
              </a:rPr>
              <a:t>Advantage of The Project</a:t>
            </a:r>
            <a:endParaRPr lang="en-IN" sz="1400" b="1" u="none" strike="noStrike" dirty="0">
              <a:effectLst/>
              <a:ea typeface="Roboto" panose="02000000000000000000" pitchFamily="2" charset="0"/>
              <a:cs typeface="Roboto" panose="02000000000000000000" pitchFamily="2" charset="0"/>
            </a:endParaRPr>
          </a:p>
          <a:p>
            <a:pPr marL="342900" lvl="0" indent="-342900">
              <a:lnSpc>
                <a:spcPct val="200000"/>
              </a:lnSpc>
              <a:buClr>
                <a:srgbClr val="0D0D0D"/>
              </a:buClr>
              <a:buSzPts val="1200"/>
              <a:buFont typeface="+mj-lt"/>
              <a:buAutoNum type="arabicPeriod"/>
            </a:pPr>
            <a:r>
              <a:rPr lang="en-IN" sz="1600" b="1" u="none" strike="noStrike" dirty="0">
                <a:effectLst/>
                <a:ea typeface="Roboto" panose="02000000000000000000" pitchFamily="2" charset="0"/>
                <a:cs typeface="Roboto" panose="02000000000000000000" pitchFamily="2" charset="0"/>
              </a:rPr>
              <a:t>Summary and Conclusion</a:t>
            </a:r>
            <a:endParaRPr lang="en-IN" sz="1400" b="1" u="none" strike="noStrike" dirty="0">
              <a:effectLst/>
              <a:ea typeface="Roboto" panose="02000000000000000000" pitchFamily="2" charset="0"/>
              <a:cs typeface="Roboto" panose="02000000000000000000" pitchFamily="2" charset="0"/>
            </a:endParaRPr>
          </a:p>
          <a:p>
            <a:pPr marL="342900" lvl="0" indent="-342900">
              <a:lnSpc>
                <a:spcPct val="200000"/>
              </a:lnSpc>
              <a:spcAft>
                <a:spcPts val="2100"/>
              </a:spcAft>
              <a:buClr>
                <a:srgbClr val="0D0D0D"/>
              </a:buClr>
              <a:buSzPts val="1200"/>
              <a:buFont typeface="+mj-lt"/>
              <a:buAutoNum type="arabicPeriod"/>
            </a:pPr>
            <a:r>
              <a:rPr lang="en-IN" sz="1600" b="1" u="none" strike="noStrike" dirty="0">
                <a:effectLst/>
                <a:ea typeface="Roboto" panose="02000000000000000000" pitchFamily="2" charset="0"/>
                <a:cs typeface="Roboto" panose="02000000000000000000" pitchFamily="2" charset="0"/>
              </a:rPr>
              <a:t>Appendices</a:t>
            </a:r>
            <a:endParaRPr lang="en-IN" sz="1400" b="1" u="none" strike="noStrike" dirty="0">
              <a:effectLst/>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04627335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5" name="Content Placeholder 4"/>
          <p:cNvSpPr>
            <a:spLocks noGrp="1"/>
          </p:cNvSpPr>
          <p:nvPr>
            <p:ph idx="1"/>
          </p:nvPr>
        </p:nvSpPr>
        <p:spPr>
          <a:xfrm>
            <a:off x="395064" y="1360705"/>
            <a:ext cx="7921352" cy="4334471"/>
          </a:xfrm>
        </p:spPr>
        <p:txBody>
          <a:bodyPr>
            <a:normAutofit/>
          </a:bodyPr>
          <a:lstStyle/>
          <a:p>
            <a:pPr marL="0" indent="0">
              <a:buNone/>
            </a:pPr>
            <a:r>
              <a:rPr lang="en-IN" sz="2000" dirty="0"/>
              <a:t>BlogScript is a </a:t>
            </a:r>
            <a:r>
              <a:rPr lang="en-IN" sz="2000" b="1" dirty="0"/>
              <a:t>CRUD-based web application</a:t>
            </a:r>
            <a:r>
              <a:rPr lang="en-IN" sz="2000" dirty="0"/>
              <a:t> developed to provide blogging enthusiasts with a simple, secure, and user-friendly platform for sharing their ideas, thoughts, and knowledge. The primary goal of BlogScript is to make content creation and management easy for users who may not have advanced technical skills, while still maintaining a professional and structured system in the background.</a:t>
            </a:r>
          </a:p>
          <a:p>
            <a:pPr marL="0" indent="0">
              <a:buNone/>
            </a:pPr>
            <a:endParaRPr lang="en-IN" sz="2000" dirty="0"/>
          </a:p>
          <a:p>
            <a:pPr marL="0" indent="0">
              <a:buNone/>
            </a:pPr>
            <a:r>
              <a:rPr lang="en-IN" sz="2000" dirty="0"/>
              <a:t>The platform enables users to </a:t>
            </a:r>
            <a:r>
              <a:rPr lang="en-IN" sz="2000" b="1" dirty="0"/>
              <a:t>register and create personal accounts</a:t>
            </a:r>
            <a:r>
              <a:rPr lang="en-IN" sz="2000" dirty="0"/>
              <a:t>, allowing each user to manage their own blog content securely. Once logged in, users can create new blog posts, edit existing posts, update content as needed, and delete posts they no longer wish to publish. These core CRUD (Create, Read, Update, Delete) operations form the backbone of the application and ensure efficient content management.</a:t>
            </a:r>
          </a:p>
          <a:p>
            <a:pPr marL="0" indent="0">
              <a:buNone/>
            </a:pPr>
            <a:endParaRPr lang="en-IN" sz="2000"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4</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395064" y="174144"/>
            <a:ext cx="617271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IN" dirty="0"/>
              <a:t>1. </a:t>
            </a:r>
            <a:r>
              <a:rPr lang="en-US" dirty="0"/>
              <a:t>Project Brief</a:t>
            </a:r>
          </a:p>
          <a:p>
            <a:endParaRPr lang="en-IN" dirty="0"/>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4</a:t>
            </a:fld>
            <a:endParaRPr lang="en-IN" dirty="0">
              <a:solidFill>
                <a:schemeClr val="bg1"/>
              </a:solidFill>
            </a:endParaRPr>
          </a:p>
        </p:txBody>
      </p:sp>
    </p:spTree>
    <p:extLst>
      <p:ext uri="{BB962C8B-B14F-4D97-AF65-F5344CB8AC3E}">
        <p14:creationId xmlns:p14="http://schemas.microsoft.com/office/powerpoint/2010/main" val="180959727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5</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197532" y="218365"/>
            <a:ext cx="574262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000" b="1" dirty="0">
                <a:solidFill>
                  <a:schemeClr val="bg1"/>
                </a:solidFill>
                <a:latin typeface="Calibri" pitchFamily="34" charset="0"/>
                <a:ea typeface="ＭＳ Ｐゴシック" pitchFamily="-28" charset="-128"/>
              </a:rPr>
              <a:t>2. Methodologies/ Technologies/ Tools to be used</a:t>
            </a:r>
          </a:p>
          <a:p>
            <a:endParaRPr lang="en-US" sz="2000"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5</a:t>
            </a:fld>
            <a:endParaRPr lang="en-IN" dirty="0">
              <a:solidFill>
                <a:schemeClr val="bg1"/>
              </a:solidFill>
            </a:endParaRPr>
          </a:p>
        </p:txBody>
      </p:sp>
      <p:sp>
        <p:nvSpPr>
          <p:cNvPr id="4" name="TextBox 3">
            <a:extLst>
              <a:ext uri="{FF2B5EF4-FFF2-40B4-BE49-F238E27FC236}">
                <a16:creationId xmlns:a16="http://schemas.microsoft.com/office/drawing/2014/main" id="{25B6DFFB-72A2-B7BF-9046-31910AA06173}"/>
              </a:ext>
            </a:extLst>
          </p:cNvPr>
          <p:cNvSpPr txBox="1"/>
          <p:nvPr/>
        </p:nvSpPr>
        <p:spPr>
          <a:xfrm>
            <a:off x="467072" y="985341"/>
            <a:ext cx="6997013" cy="4585871"/>
          </a:xfrm>
          <a:prstGeom prst="rect">
            <a:avLst/>
          </a:prstGeom>
          <a:noFill/>
        </p:spPr>
        <p:txBody>
          <a:bodyPr wrap="square" rtlCol="0">
            <a:spAutoFit/>
          </a:bodyPr>
          <a:lstStyle/>
          <a:p>
            <a:r>
              <a:rPr lang="en-IN" b="1" u="sng" dirty="0"/>
              <a:t>Step 1: Requirement Analysis</a:t>
            </a:r>
          </a:p>
          <a:p>
            <a:r>
              <a:rPr lang="en-IN" dirty="0"/>
              <a:t>Identified core features: user authentication, blog post management, and email verification.</a:t>
            </a:r>
          </a:p>
          <a:p>
            <a:endParaRPr lang="en-IN" sz="500" b="1" dirty="0"/>
          </a:p>
          <a:p>
            <a:r>
              <a:rPr lang="en-IN" b="1" dirty="0"/>
              <a:t> </a:t>
            </a:r>
            <a:r>
              <a:rPr lang="en-IN" b="1" u="sng" dirty="0"/>
              <a:t>Step 2: System Design</a:t>
            </a:r>
          </a:p>
          <a:p>
            <a:pPr lvl="0"/>
            <a:r>
              <a:rPr lang="en-IN" dirty="0"/>
              <a:t>Designed the </a:t>
            </a:r>
            <a:r>
              <a:rPr lang="en-IN" b="1" dirty="0"/>
              <a:t>database schema</a:t>
            </a:r>
            <a:r>
              <a:rPr lang="en-IN" dirty="0"/>
              <a:t> with users and posts tables.</a:t>
            </a:r>
          </a:p>
          <a:p>
            <a:pPr lvl="0"/>
            <a:r>
              <a:rPr lang="en-IN" dirty="0"/>
              <a:t>Designed responsive frontend layouts for signup, login, dashboard, and post pages.</a:t>
            </a:r>
          </a:p>
          <a:p>
            <a:endParaRPr lang="en-IN" sz="600" dirty="0"/>
          </a:p>
          <a:p>
            <a:r>
              <a:rPr lang="en-US" dirty="0"/>
              <a:t> </a:t>
            </a:r>
            <a:r>
              <a:rPr lang="en-IN" b="1" u="sng" dirty="0"/>
              <a:t>Step 3: Backend Development</a:t>
            </a:r>
          </a:p>
          <a:p>
            <a:r>
              <a:rPr lang="en-IN" dirty="0"/>
              <a:t>Implemented </a:t>
            </a:r>
            <a:r>
              <a:rPr lang="en-IN" b="1" dirty="0"/>
              <a:t>User Authentication</a:t>
            </a:r>
            <a:r>
              <a:rPr lang="en-IN" dirty="0"/>
              <a:t> (signup, login, password hashing). </a:t>
            </a:r>
          </a:p>
          <a:p>
            <a:r>
              <a:rPr lang="en-IN" b="1" u="sng" dirty="0"/>
              <a:t> Step 4: Frontend Development</a:t>
            </a:r>
          </a:p>
          <a:p>
            <a:r>
              <a:rPr lang="en-IN" dirty="0"/>
              <a:t>Built responsive UI using </a:t>
            </a:r>
            <a:r>
              <a:rPr lang="en-IN" b="1" dirty="0"/>
              <a:t>HTML, CSS (custom + media queries), and              JavaScript</a:t>
            </a:r>
            <a:r>
              <a:rPr lang="en-IN" dirty="0"/>
              <a:t>.</a:t>
            </a:r>
          </a:p>
          <a:p>
            <a:endParaRPr lang="en-IN" sz="900" dirty="0"/>
          </a:p>
          <a:p>
            <a:r>
              <a:rPr lang="en-IN" b="1" u="sng" dirty="0"/>
              <a:t>Step 5: Integration</a:t>
            </a:r>
          </a:p>
          <a:p>
            <a:r>
              <a:rPr lang="en-IN" b="1" u="sng" dirty="0"/>
              <a:t>Step 6: Testing</a:t>
            </a:r>
          </a:p>
          <a:p>
            <a:r>
              <a:rPr lang="en-IN" b="1" u="sng" dirty="0"/>
              <a:t>Step 7: Deployment &amp; Future Scope</a:t>
            </a:r>
          </a:p>
        </p:txBody>
      </p:sp>
    </p:spTree>
    <p:extLst>
      <p:ext uri="{BB962C8B-B14F-4D97-AF65-F5344CB8AC3E}">
        <p14:creationId xmlns:p14="http://schemas.microsoft.com/office/powerpoint/2010/main" val="342991593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29CD7-9A87-C8EC-53D3-B72C2090653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5A78057-6CAF-4798-7683-0A121E925E7D}"/>
              </a:ext>
            </a:extLst>
          </p:cNvPr>
          <p:cNvSpPr>
            <a:spLocks noGrp="1"/>
          </p:cNvSpPr>
          <p:nvPr>
            <p:ph type="title"/>
          </p:nvPr>
        </p:nvSpPr>
        <p:spPr/>
        <p:txBody>
          <a:bodyPr/>
          <a:lstStyle/>
          <a:p>
            <a:endParaRPr lang="en-IN" dirty="0"/>
          </a:p>
        </p:txBody>
      </p:sp>
      <p:sp>
        <p:nvSpPr>
          <p:cNvPr id="5" name="Content Placeholder 4">
            <a:extLst>
              <a:ext uri="{FF2B5EF4-FFF2-40B4-BE49-F238E27FC236}">
                <a16:creationId xmlns:a16="http://schemas.microsoft.com/office/drawing/2014/main" id="{5AF81417-BC86-BBFB-07A8-662C5B2D44FE}"/>
              </a:ext>
            </a:extLst>
          </p:cNvPr>
          <p:cNvSpPr>
            <a:spLocks noGrp="1"/>
          </p:cNvSpPr>
          <p:nvPr>
            <p:ph idx="1"/>
          </p:nvPr>
        </p:nvSpPr>
        <p:spPr>
          <a:xfrm>
            <a:off x="197532" y="1091580"/>
            <a:ext cx="7074768" cy="4674840"/>
          </a:xfrm>
        </p:spPr>
        <p:txBody>
          <a:bodyPr>
            <a:normAutofit fontScale="40000" lnSpcReduction="20000"/>
          </a:bodyPr>
          <a:lstStyle/>
          <a:p>
            <a:pPr marL="182562" indent="0">
              <a:buNone/>
            </a:pPr>
            <a:endParaRPr lang="en-IN" sz="4000" dirty="0"/>
          </a:p>
          <a:p>
            <a:pPr marL="182562" lvl="0" indent="0">
              <a:buNone/>
            </a:pPr>
            <a:r>
              <a:rPr lang="en-IN" sz="6000" b="1" u="sng" dirty="0"/>
              <a:t>Technical Skills:</a:t>
            </a:r>
            <a:endParaRPr lang="en-IN" sz="3500" u="sng" dirty="0"/>
          </a:p>
          <a:p>
            <a:pPr marL="182562" lvl="1" indent="0">
              <a:buNone/>
            </a:pPr>
            <a:r>
              <a:rPr lang="en-IN" sz="6000" dirty="0"/>
              <a:t>PHP for server-side scripting</a:t>
            </a:r>
            <a:endParaRPr lang="en-IN" sz="4000" dirty="0"/>
          </a:p>
          <a:p>
            <a:pPr marL="182562" lvl="1" indent="0">
              <a:buNone/>
            </a:pPr>
            <a:r>
              <a:rPr lang="en-IN" sz="6000" dirty="0"/>
              <a:t>MySQL database management</a:t>
            </a:r>
            <a:endParaRPr lang="en-IN" sz="4000" dirty="0"/>
          </a:p>
          <a:p>
            <a:pPr marL="182562" lvl="1" indent="0">
              <a:buNone/>
            </a:pPr>
            <a:r>
              <a:rPr lang="en-IN" sz="6000" dirty="0"/>
              <a:t>JavaScript for form validation and interactivity</a:t>
            </a:r>
            <a:endParaRPr lang="en-IN" sz="4000" dirty="0"/>
          </a:p>
          <a:p>
            <a:pPr marL="182562" lvl="1" indent="0">
              <a:buNone/>
            </a:pPr>
            <a:r>
              <a:rPr lang="en-IN" sz="6000" dirty="0"/>
              <a:t>HTML &amp; CSS for responsive UI design</a:t>
            </a:r>
            <a:endParaRPr lang="en-IN" sz="4000" dirty="0"/>
          </a:p>
          <a:p>
            <a:pPr marL="182562" lvl="1" indent="0">
              <a:buNone/>
            </a:pPr>
            <a:r>
              <a:rPr lang="en-IN" sz="6000" dirty="0"/>
              <a:t>Git for version control and Infinity free Hosting </a:t>
            </a:r>
          </a:p>
          <a:p>
            <a:pPr marL="182562" lvl="1" indent="0">
              <a:buNone/>
            </a:pPr>
            <a:endParaRPr lang="en-IN" sz="4000" dirty="0"/>
          </a:p>
          <a:p>
            <a:pPr marL="182562" lvl="0" indent="0">
              <a:buNone/>
            </a:pPr>
            <a:r>
              <a:rPr lang="en-IN" sz="6000" b="1" u="sng" dirty="0"/>
              <a:t>Professional Skills:</a:t>
            </a:r>
            <a:endParaRPr lang="en-IN" sz="3500" u="sng" dirty="0"/>
          </a:p>
          <a:p>
            <a:pPr marL="182562" lvl="1" indent="0">
              <a:buNone/>
            </a:pPr>
            <a:r>
              <a:rPr lang="en-IN" sz="6000" dirty="0"/>
              <a:t>Working in a tech environment</a:t>
            </a:r>
            <a:endParaRPr lang="en-IN" sz="4000" dirty="0"/>
          </a:p>
          <a:p>
            <a:pPr marL="182562" lvl="1" indent="0">
              <a:buNone/>
            </a:pPr>
            <a:r>
              <a:rPr lang="en-IN" sz="6000" dirty="0"/>
              <a:t>Time management while handling project deadlines</a:t>
            </a:r>
            <a:endParaRPr lang="en-IN" sz="4000" dirty="0"/>
          </a:p>
          <a:p>
            <a:pPr marL="182562" lvl="1" indent="0">
              <a:buNone/>
            </a:pPr>
            <a:r>
              <a:rPr lang="en-IN" sz="6000" dirty="0"/>
              <a:t>Problem-solving and debugging techniques</a:t>
            </a:r>
            <a:endParaRPr lang="en-IN" sz="4000" dirty="0"/>
          </a:p>
          <a:p>
            <a:pPr marL="182562" lvl="1" indent="0">
              <a:buNone/>
            </a:pPr>
            <a:r>
              <a:rPr lang="en-IN" sz="6000" dirty="0"/>
              <a:t>Communicating effectively with supervisors and peers</a:t>
            </a:r>
            <a:endParaRPr lang="en-IN" sz="4000" dirty="0"/>
          </a:p>
          <a:p>
            <a:pPr indent="-160338"/>
            <a:endParaRPr lang="en-IN" dirty="0"/>
          </a:p>
          <a:p>
            <a:pPr indent="-160338"/>
            <a:endParaRPr lang="en-IN" dirty="0"/>
          </a:p>
        </p:txBody>
      </p:sp>
      <p:sp>
        <p:nvSpPr>
          <p:cNvPr id="2" name="Slide Number Placeholder 1">
            <a:extLst>
              <a:ext uri="{FF2B5EF4-FFF2-40B4-BE49-F238E27FC236}">
                <a16:creationId xmlns:a16="http://schemas.microsoft.com/office/drawing/2014/main" id="{A5D11F49-E3D8-B5BB-10F1-26A36882CCC9}"/>
              </a:ext>
            </a:extLst>
          </p:cNvPr>
          <p:cNvSpPr>
            <a:spLocks noGrp="1"/>
          </p:cNvSpPr>
          <p:nvPr>
            <p:ph type="sldNum" sz="quarter" idx="12"/>
          </p:nvPr>
        </p:nvSpPr>
        <p:spPr/>
        <p:txBody>
          <a:bodyPr/>
          <a:lstStyle/>
          <a:p>
            <a:fld id="{08FC1071-F2DF-4CA9-AA63-FF97A16BD739}" type="slidenum">
              <a:rPr lang="en-IN" smtClean="0">
                <a:solidFill>
                  <a:schemeClr val="bg1"/>
                </a:solidFill>
              </a:rPr>
              <a:pPr/>
              <a:t>6</a:t>
            </a:fld>
            <a:endParaRPr lang="en-IN" dirty="0">
              <a:solidFill>
                <a:schemeClr val="bg1"/>
              </a:solidFill>
            </a:endParaRPr>
          </a:p>
        </p:txBody>
      </p:sp>
      <p:sp>
        <p:nvSpPr>
          <p:cNvPr id="485380" name="Rectangle 4">
            <a:extLst>
              <a:ext uri="{FF2B5EF4-FFF2-40B4-BE49-F238E27FC236}">
                <a16:creationId xmlns:a16="http://schemas.microsoft.com/office/drawing/2014/main" id="{E6295066-0DFD-DF47-226F-F4BB02EE8DB4}"/>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a:extLst>
              <a:ext uri="{FF2B5EF4-FFF2-40B4-BE49-F238E27FC236}">
                <a16:creationId xmlns:a16="http://schemas.microsoft.com/office/drawing/2014/main" id="{5F093A47-86D7-DB7B-DFB3-2A6D7361C6DE}"/>
              </a:ext>
            </a:extLst>
          </p:cNvPr>
          <p:cNvSpPr txBox="1">
            <a:spLocks noChangeArrowheads="1"/>
          </p:cNvSpPr>
          <p:nvPr/>
        </p:nvSpPr>
        <p:spPr bwMode="auto">
          <a:xfrm>
            <a:off x="197532" y="218365"/>
            <a:ext cx="574262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000" b="1" dirty="0">
                <a:solidFill>
                  <a:schemeClr val="bg1"/>
                </a:solidFill>
                <a:latin typeface="Calibri" pitchFamily="34" charset="0"/>
                <a:ea typeface="ＭＳ Ｐゴシック" pitchFamily="-28" charset="-128"/>
              </a:rPr>
              <a:t>2. Methodologies/ Technologies/ Tools to be used</a:t>
            </a:r>
          </a:p>
          <a:p>
            <a:endParaRPr lang="en-US" sz="2000" b="1" dirty="0">
              <a:solidFill>
                <a:schemeClr val="bg1"/>
              </a:solidFill>
              <a:latin typeface="Calibri" pitchFamily="34" charset="0"/>
              <a:ea typeface="ＭＳ Ｐゴシック" pitchFamily="-28" charset="-128"/>
            </a:endParaRPr>
          </a:p>
        </p:txBody>
      </p:sp>
      <p:sp>
        <p:nvSpPr>
          <p:cNvPr id="485384" name="Rectangle 8">
            <a:extLst>
              <a:ext uri="{FF2B5EF4-FFF2-40B4-BE49-F238E27FC236}">
                <a16:creationId xmlns:a16="http://schemas.microsoft.com/office/drawing/2014/main" id="{A7B1712D-9106-CC8E-548A-2AEE8D6DFEB7}"/>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FE3D15C9-693C-F9A5-A0DF-B98F5BE17D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A8419491-64D7-5832-07F8-CDCF79F6A805}"/>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6</a:t>
            </a:fld>
            <a:endParaRPr lang="en-IN" dirty="0">
              <a:solidFill>
                <a:schemeClr val="bg1"/>
              </a:solidFill>
            </a:endParaRPr>
          </a:p>
        </p:txBody>
      </p:sp>
      <p:pic>
        <p:nvPicPr>
          <p:cNvPr id="4098" name="Picture 2" descr="PHP Logo PNG Transparent &amp; SVG Vector - Freebie Supply">
            <a:extLst>
              <a:ext uri="{FF2B5EF4-FFF2-40B4-BE49-F238E27FC236}">
                <a16:creationId xmlns:a16="http://schemas.microsoft.com/office/drawing/2014/main" id="{FE34B00E-61A0-A2FE-A06F-2C77B93DAC2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16822" y="2941813"/>
            <a:ext cx="924576" cy="8303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122" name="Picture 2" descr="MySQL, rotated logo, white background B Stock Photo - Alamy">
            <a:extLst>
              <a:ext uri="{FF2B5EF4-FFF2-40B4-BE49-F238E27FC236}">
                <a16:creationId xmlns:a16="http://schemas.microsoft.com/office/drawing/2014/main" id="{88DC172F-059A-C641-C8D0-59257821F59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61971" y="3935682"/>
            <a:ext cx="757931" cy="5462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114" name="Picture 18" descr="Javascript Logo PNG Images, Free Transparent Javascript Logo Download ...">
            <a:extLst>
              <a:ext uri="{FF2B5EF4-FFF2-40B4-BE49-F238E27FC236}">
                <a16:creationId xmlns:a16="http://schemas.microsoft.com/office/drawing/2014/main" id="{E28EDB54-62DC-F86B-AB9B-B724AE63D38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09078" y="980940"/>
            <a:ext cx="851026" cy="6926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2">
            <a:extLst>
              <a:ext uri="{FF2B5EF4-FFF2-40B4-BE49-F238E27FC236}">
                <a16:creationId xmlns:a16="http://schemas.microsoft.com/office/drawing/2014/main" id="{D295B52E-389B-2BE9-7A9F-1101D0BE451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176980" y="1911761"/>
            <a:ext cx="764418" cy="7644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3FCAE018-11D1-8576-A1BE-AB0D37B20B04}"/>
              </a:ext>
            </a:extLst>
          </p:cNvPr>
          <p:cNvPicPr>
            <a:picLocks noChangeAspect="1"/>
          </p:cNvPicPr>
          <p:nvPr/>
        </p:nvPicPr>
        <p:blipFill>
          <a:blip r:embed="rId8"/>
          <a:stretch>
            <a:fillRect/>
          </a:stretch>
        </p:blipFill>
        <p:spPr>
          <a:xfrm>
            <a:off x="7870045" y="4645436"/>
            <a:ext cx="1081089" cy="5095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104" name="Picture 8" descr="Shuangning Li">
            <a:extLst>
              <a:ext uri="{FF2B5EF4-FFF2-40B4-BE49-F238E27FC236}">
                <a16:creationId xmlns:a16="http://schemas.microsoft.com/office/drawing/2014/main" id="{0DB3D1D1-0639-8B9B-9CF0-BC564358A304}"/>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b="27591"/>
          <a:stretch>
            <a:fillRect/>
          </a:stretch>
        </p:blipFill>
        <p:spPr bwMode="auto">
          <a:xfrm>
            <a:off x="8194160" y="5277886"/>
            <a:ext cx="760225" cy="6926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6341384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5" name="Content Placeholder 4"/>
          <p:cNvSpPr>
            <a:spLocks noGrp="1"/>
          </p:cNvSpPr>
          <p:nvPr>
            <p:ph idx="1"/>
          </p:nvPr>
        </p:nvSpPr>
        <p:spPr>
          <a:xfrm>
            <a:off x="40444" y="719679"/>
            <a:ext cx="8496944" cy="4851306"/>
          </a:xfrm>
        </p:spPr>
        <p:txBody>
          <a:bodyPr>
            <a:noAutofit/>
          </a:bodyPr>
          <a:lstStyle/>
          <a:p>
            <a:pPr marL="538163" lvl="0" indent="-182563">
              <a:lnSpc>
                <a:spcPct val="150000"/>
              </a:lnSpc>
              <a:buSzPts val="1000"/>
              <a:buFont typeface="Symbol" panose="05050102010706020507" pitchFamily="18" charset="2"/>
              <a:buChar char=""/>
              <a:tabLst>
                <a:tab pos="457200" algn="l"/>
              </a:tabLst>
            </a:pPr>
            <a:endParaRPr lang="en-IN" sz="1800" b="1" dirty="0">
              <a:effectLst/>
              <a:ea typeface="Times New Roman" panose="02020603050405020304" pitchFamily="18" charset="0"/>
            </a:endParaRPr>
          </a:p>
          <a:p>
            <a:pPr marL="538163" lvl="0" indent="-182563">
              <a:lnSpc>
                <a:spcPct val="150000"/>
              </a:lnSpc>
              <a:buSzPts val="1000"/>
              <a:buFont typeface="Symbol" panose="05050102010706020507" pitchFamily="18" charset="2"/>
              <a:buChar char=""/>
              <a:tabLst>
                <a:tab pos="457200" algn="l"/>
              </a:tabLst>
            </a:pPr>
            <a:r>
              <a:rPr lang="en-IN" sz="1800" b="1" dirty="0">
                <a:effectLst/>
                <a:ea typeface="Times New Roman" panose="02020603050405020304" pitchFamily="18" charset="0"/>
              </a:rPr>
              <a:t>Step 1:</a:t>
            </a:r>
            <a:r>
              <a:rPr lang="en-IN" sz="1800" dirty="0">
                <a:effectLst/>
                <a:ea typeface="Times New Roman" panose="02020603050405020304" pitchFamily="18" charset="0"/>
              </a:rPr>
              <a:t> Setting Up development Environment </a:t>
            </a:r>
          </a:p>
          <a:p>
            <a:pPr marL="538163" lvl="0" indent="-182563">
              <a:lnSpc>
                <a:spcPct val="150000"/>
              </a:lnSpc>
              <a:buSzPts val="1000"/>
              <a:buFont typeface="Symbol" panose="05050102010706020507" pitchFamily="18" charset="2"/>
              <a:buChar char=""/>
              <a:tabLst>
                <a:tab pos="457200" algn="l"/>
              </a:tabLst>
            </a:pPr>
            <a:r>
              <a:rPr lang="en-IN" sz="1800" b="1" dirty="0">
                <a:ea typeface="Times New Roman" panose="02020603050405020304" pitchFamily="18" charset="0"/>
              </a:rPr>
              <a:t>Step</a:t>
            </a:r>
            <a:r>
              <a:rPr lang="en-IN" sz="1800" b="1" dirty="0">
                <a:effectLst/>
                <a:ea typeface="Times New Roman" panose="02020603050405020304" pitchFamily="18" charset="0"/>
              </a:rPr>
              <a:t> 2:</a:t>
            </a:r>
            <a:r>
              <a:rPr lang="en-IN" sz="1800" dirty="0">
                <a:effectLst/>
                <a:ea typeface="Times New Roman" panose="02020603050405020304" pitchFamily="18" charset="0"/>
              </a:rPr>
              <a:t> Developing dynamic web pages in PHP to enable basic CRUD (Create, Read, Update, Delete) application.</a:t>
            </a:r>
          </a:p>
          <a:p>
            <a:pPr marL="538163" lvl="0" indent="-182563">
              <a:lnSpc>
                <a:spcPct val="150000"/>
              </a:lnSpc>
              <a:buSzPts val="1000"/>
              <a:buFont typeface="Symbol" panose="05050102010706020507" pitchFamily="18" charset="2"/>
              <a:buChar char=""/>
              <a:tabLst>
                <a:tab pos="457200" algn="l"/>
              </a:tabLst>
            </a:pPr>
            <a:r>
              <a:rPr lang="en-IN" sz="1800" b="1" dirty="0">
                <a:ea typeface="Times New Roman" panose="02020603050405020304" pitchFamily="18" charset="0"/>
              </a:rPr>
              <a:t>Step</a:t>
            </a:r>
            <a:r>
              <a:rPr lang="en-IN" sz="1800" b="1" dirty="0">
                <a:effectLst/>
                <a:ea typeface="Times New Roman" panose="02020603050405020304" pitchFamily="18" charset="0"/>
              </a:rPr>
              <a:t> 3:</a:t>
            </a:r>
            <a:r>
              <a:rPr lang="en-IN" sz="1800" dirty="0">
                <a:effectLst/>
                <a:ea typeface="Times New Roman" panose="02020603050405020304" pitchFamily="18" charset="0"/>
              </a:rPr>
              <a:t> Advanced Features Implementation</a:t>
            </a:r>
          </a:p>
          <a:p>
            <a:pPr marL="538163" lvl="0" indent="-182563">
              <a:lnSpc>
                <a:spcPct val="150000"/>
              </a:lnSpc>
              <a:buSzPts val="1000"/>
              <a:buFont typeface="Symbol" panose="05050102010706020507" pitchFamily="18" charset="2"/>
              <a:buChar char=""/>
              <a:tabLst>
                <a:tab pos="457200" algn="l"/>
              </a:tabLst>
            </a:pPr>
            <a:r>
              <a:rPr lang="en-IN" sz="1800" b="1" dirty="0">
                <a:effectLst/>
                <a:ea typeface="Times New Roman" panose="02020603050405020304" pitchFamily="18" charset="0"/>
              </a:rPr>
              <a:t>Step 4:</a:t>
            </a:r>
            <a:r>
              <a:rPr lang="en-IN" sz="1800" dirty="0">
                <a:effectLst/>
                <a:ea typeface="Times New Roman" panose="02020603050405020304" pitchFamily="18" charset="0"/>
              </a:rPr>
              <a:t> Security Enhancements</a:t>
            </a:r>
          </a:p>
          <a:p>
            <a:pPr marL="538163" lvl="0" indent="-182563">
              <a:lnSpc>
                <a:spcPct val="150000"/>
              </a:lnSpc>
              <a:buSzPts val="1000"/>
              <a:buFont typeface="Symbol" panose="05050102010706020507" pitchFamily="18" charset="2"/>
              <a:buChar char=""/>
              <a:tabLst>
                <a:tab pos="457200" algn="l"/>
              </a:tabLst>
            </a:pPr>
            <a:r>
              <a:rPr lang="en-IN" sz="1800" b="1" dirty="0">
                <a:effectLst/>
                <a:ea typeface="Times New Roman" panose="02020603050405020304" pitchFamily="18" charset="0"/>
              </a:rPr>
              <a:t>Ste</a:t>
            </a:r>
            <a:r>
              <a:rPr lang="en-IN" sz="1800" b="1" dirty="0">
                <a:ea typeface="Times New Roman" panose="02020603050405020304" pitchFamily="18" charset="0"/>
              </a:rPr>
              <a:t>p</a:t>
            </a:r>
            <a:r>
              <a:rPr lang="en-IN" sz="1800" b="1" dirty="0">
                <a:effectLst/>
                <a:ea typeface="Times New Roman" panose="02020603050405020304" pitchFamily="18" charset="0"/>
              </a:rPr>
              <a:t> 5:</a:t>
            </a:r>
            <a:r>
              <a:rPr lang="en-IN" sz="1800" dirty="0">
                <a:effectLst/>
                <a:ea typeface="Times New Roman" panose="02020603050405020304" pitchFamily="18" charset="0"/>
              </a:rPr>
              <a:t> Testing the application for bugs, debugging code, and ensuring performance optimization.</a:t>
            </a:r>
          </a:p>
          <a:p>
            <a:pPr marL="538163" lvl="0" indent="-182563">
              <a:lnSpc>
                <a:spcPct val="150000"/>
              </a:lnSpc>
              <a:buSzPts val="1000"/>
              <a:buFont typeface="Symbol" panose="05050102010706020507" pitchFamily="18" charset="2"/>
              <a:buChar char=""/>
              <a:tabLst>
                <a:tab pos="457200" algn="l"/>
              </a:tabLst>
            </a:pPr>
            <a:r>
              <a:rPr lang="en-IN" sz="1800" b="1" dirty="0">
                <a:effectLst/>
                <a:ea typeface="Times New Roman" panose="02020603050405020304" pitchFamily="18" charset="0"/>
              </a:rPr>
              <a:t>Step 6 </a:t>
            </a:r>
            <a:r>
              <a:rPr lang="en-IN" sz="1800" dirty="0">
                <a:effectLst/>
                <a:ea typeface="Times New Roman" panose="02020603050405020304" pitchFamily="18" charset="0"/>
              </a:rPr>
              <a:t>: Hosting in </a:t>
            </a:r>
            <a:r>
              <a:rPr lang="en-IN" sz="1800" dirty="0">
                <a:ea typeface="Times New Roman" panose="02020603050405020304" pitchFamily="18" charset="0"/>
              </a:rPr>
              <a:t>infinity free hosting </a:t>
            </a:r>
            <a:endParaRPr lang="en-IN" sz="1800" dirty="0">
              <a:effectLst/>
              <a:ea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7</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18955" y="172514"/>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400" b="1" dirty="0">
                <a:solidFill>
                  <a:schemeClr val="bg1"/>
                </a:solidFill>
                <a:latin typeface="Calibri" pitchFamily="34" charset="0"/>
                <a:ea typeface="ＭＳ Ｐゴシック" pitchFamily="-28" charset="-128"/>
              </a:rPr>
              <a:t>3. Process of Implementation </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7</a:t>
            </a:fld>
            <a:endParaRPr lang="en-IN" dirty="0">
              <a:solidFill>
                <a:schemeClr val="bg1"/>
              </a:solidFill>
            </a:endParaRPr>
          </a:p>
        </p:txBody>
      </p:sp>
    </p:spTree>
    <p:extLst>
      <p:ext uri="{BB962C8B-B14F-4D97-AF65-F5344CB8AC3E}">
        <p14:creationId xmlns:p14="http://schemas.microsoft.com/office/powerpoint/2010/main" val="342991593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rear</a:t>
            </a:r>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8</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188821" y="226367"/>
            <a:ext cx="617271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000" b="1" dirty="0">
                <a:solidFill>
                  <a:schemeClr val="bg1"/>
                </a:solidFill>
                <a:latin typeface="Calibri" pitchFamily="34" charset="0"/>
                <a:ea typeface="ＭＳ Ｐゴシック" pitchFamily="-28" charset="-128"/>
              </a:rPr>
              <a:t> 4. Context Diagram (Overall Project)</a:t>
            </a:r>
          </a:p>
          <a:p>
            <a:pPr>
              <a:spcBef>
                <a:spcPct val="50000"/>
              </a:spcBef>
            </a:pPr>
            <a:endParaRPr lang="en-US" sz="1600"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8</a:t>
            </a:fld>
            <a:endParaRPr lang="en-IN" dirty="0">
              <a:solidFill>
                <a:schemeClr val="bg1"/>
              </a:solidFill>
            </a:endParaRPr>
          </a:p>
        </p:txBody>
      </p:sp>
      <p:sp>
        <p:nvSpPr>
          <p:cNvPr id="4" name="AutoShape 2" descr="Generated image">
            <a:extLst>
              <a:ext uri="{FF2B5EF4-FFF2-40B4-BE49-F238E27FC236}">
                <a16:creationId xmlns:a16="http://schemas.microsoft.com/office/drawing/2014/main" id="{04F9FE52-8594-8A2C-8159-07734CAE152C}"/>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F3D3D4C3-49F3-31BC-D2F6-FCEFF3BB81B7}"/>
              </a:ext>
            </a:extLst>
          </p:cNvPr>
          <p:cNvPicPr>
            <a:picLocks noChangeAspect="1"/>
          </p:cNvPicPr>
          <p:nvPr/>
        </p:nvPicPr>
        <p:blipFill>
          <a:blip r:embed="rId4"/>
          <a:stretch>
            <a:fillRect/>
          </a:stretch>
        </p:blipFill>
        <p:spPr>
          <a:xfrm>
            <a:off x="1515108" y="1627786"/>
            <a:ext cx="6297252" cy="4198168"/>
          </a:xfrm>
          <a:prstGeom prst="rect">
            <a:avLst/>
          </a:prstGeom>
        </p:spPr>
      </p:pic>
      <p:sp>
        <p:nvSpPr>
          <p:cNvPr id="7" name="TextBox 6">
            <a:extLst>
              <a:ext uri="{FF2B5EF4-FFF2-40B4-BE49-F238E27FC236}">
                <a16:creationId xmlns:a16="http://schemas.microsoft.com/office/drawing/2014/main" id="{9ED815AA-010E-77CA-3956-D1A9FC81A881}"/>
              </a:ext>
            </a:extLst>
          </p:cNvPr>
          <p:cNvSpPr txBox="1"/>
          <p:nvPr/>
        </p:nvSpPr>
        <p:spPr>
          <a:xfrm>
            <a:off x="395064" y="995397"/>
            <a:ext cx="8730398" cy="646331"/>
          </a:xfrm>
          <a:prstGeom prst="rect">
            <a:avLst/>
          </a:prstGeom>
          <a:noFill/>
        </p:spPr>
        <p:txBody>
          <a:bodyPr wrap="square" rtlCol="0">
            <a:spAutoFit/>
          </a:bodyPr>
          <a:lstStyle/>
          <a:p>
            <a:r>
              <a:rPr lang="en-US" dirty="0"/>
              <a:t>A </a:t>
            </a:r>
            <a:r>
              <a:rPr lang="en-US" b="1" dirty="0"/>
              <a:t>Context Diagram</a:t>
            </a:r>
            <a:r>
              <a:rPr lang="en-US" dirty="0"/>
              <a:t> is a high-level visual representation that shows a system as a single process and illustrates how it interacts with external entities through data flows.</a:t>
            </a:r>
            <a:endParaRPr lang="en-IN" dirty="0"/>
          </a:p>
        </p:txBody>
      </p:sp>
    </p:spTree>
    <p:extLst>
      <p:ext uri="{BB962C8B-B14F-4D97-AF65-F5344CB8AC3E}">
        <p14:creationId xmlns:p14="http://schemas.microsoft.com/office/powerpoint/2010/main" val="284379054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5A176-B224-3BFD-1D4F-B21BDFBE7F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5CA34EC-6D1D-5E55-4CFD-E6859AEEF17A}"/>
              </a:ext>
            </a:extLst>
          </p:cNvPr>
          <p:cNvSpPr>
            <a:spLocks noGrp="1"/>
          </p:cNvSpPr>
          <p:nvPr>
            <p:ph type="title"/>
          </p:nvPr>
        </p:nvSpPr>
        <p:spPr/>
        <p:txBody>
          <a:bodyPr/>
          <a:lstStyle/>
          <a:p>
            <a:r>
              <a:rPr lang="en-US" dirty="0"/>
              <a:t>rear</a:t>
            </a:r>
            <a:endParaRPr lang="en-IN" dirty="0"/>
          </a:p>
        </p:txBody>
      </p:sp>
      <p:sp>
        <p:nvSpPr>
          <p:cNvPr id="2" name="Slide Number Placeholder 1">
            <a:extLst>
              <a:ext uri="{FF2B5EF4-FFF2-40B4-BE49-F238E27FC236}">
                <a16:creationId xmlns:a16="http://schemas.microsoft.com/office/drawing/2014/main" id="{05EA5AB0-DBDD-3E99-15E7-B6D8C2A995A3}"/>
              </a:ext>
            </a:extLst>
          </p:cNvPr>
          <p:cNvSpPr>
            <a:spLocks noGrp="1"/>
          </p:cNvSpPr>
          <p:nvPr>
            <p:ph type="sldNum" sz="quarter" idx="12"/>
          </p:nvPr>
        </p:nvSpPr>
        <p:spPr/>
        <p:txBody>
          <a:bodyPr/>
          <a:lstStyle/>
          <a:p>
            <a:fld id="{08FC1071-F2DF-4CA9-AA63-FF97A16BD739}" type="slidenum">
              <a:rPr lang="en-IN" smtClean="0">
                <a:solidFill>
                  <a:schemeClr val="bg1"/>
                </a:solidFill>
              </a:rPr>
              <a:pPr/>
              <a:t>9</a:t>
            </a:fld>
            <a:endParaRPr lang="en-IN" dirty="0">
              <a:solidFill>
                <a:schemeClr val="bg1"/>
              </a:solidFill>
            </a:endParaRPr>
          </a:p>
        </p:txBody>
      </p:sp>
      <p:sp>
        <p:nvSpPr>
          <p:cNvPr id="485380" name="Rectangle 4">
            <a:extLst>
              <a:ext uri="{FF2B5EF4-FFF2-40B4-BE49-F238E27FC236}">
                <a16:creationId xmlns:a16="http://schemas.microsoft.com/office/drawing/2014/main" id="{DA7D2667-9A4C-8AC4-964A-84F05F42080B}"/>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a:extLst>
              <a:ext uri="{FF2B5EF4-FFF2-40B4-BE49-F238E27FC236}">
                <a16:creationId xmlns:a16="http://schemas.microsoft.com/office/drawing/2014/main" id="{2802219E-88E4-27F9-A265-09EC95A3B56A}"/>
              </a:ext>
            </a:extLst>
          </p:cNvPr>
          <p:cNvSpPr txBox="1">
            <a:spLocks noChangeArrowheads="1"/>
          </p:cNvSpPr>
          <p:nvPr/>
        </p:nvSpPr>
        <p:spPr bwMode="auto">
          <a:xfrm>
            <a:off x="188821" y="226367"/>
            <a:ext cx="61727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000" b="1" dirty="0">
                <a:solidFill>
                  <a:schemeClr val="bg1"/>
                </a:solidFill>
                <a:latin typeface="Calibri" pitchFamily="34" charset="0"/>
                <a:ea typeface="ＭＳ Ｐゴシック" pitchFamily="-28" charset="-128"/>
              </a:rPr>
              <a:t> 5. ER Diagrams </a:t>
            </a:r>
            <a:endParaRPr lang="en-US" sz="1600" b="1" dirty="0">
              <a:solidFill>
                <a:schemeClr val="bg1"/>
              </a:solidFill>
              <a:latin typeface="Calibri" pitchFamily="34" charset="0"/>
              <a:ea typeface="ＭＳ Ｐゴシック" pitchFamily="-28" charset="-128"/>
            </a:endParaRPr>
          </a:p>
        </p:txBody>
      </p:sp>
      <p:sp>
        <p:nvSpPr>
          <p:cNvPr id="485384" name="Rectangle 8">
            <a:extLst>
              <a:ext uri="{FF2B5EF4-FFF2-40B4-BE49-F238E27FC236}">
                <a16:creationId xmlns:a16="http://schemas.microsoft.com/office/drawing/2014/main" id="{79373FCD-15F6-B938-5B84-FE505BE05F43}"/>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3142D028-BA3F-6350-91C3-6E8F8444FD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8F112770-CAFA-A0C6-41A1-C7866B0451B9}"/>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9</a:t>
            </a:fld>
            <a:endParaRPr lang="en-IN" dirty="0">
              <a:solidFill>
                <a:schemeClr val="bg1"/>
              </a:solidFill>
            </a:endParaRPr>
          </a:p>
        </p:txBody>
      </p:sp>
      <p:sp>
        <p:nvSpPr>
          <p:cNvPr id="45" name="Rectangle 40">
            <a:extLst>
              <a:ext uri="{FF2B5EF4-FFF2-40B4-BE49-F238E27FC236}">
                <a16:creationId xmlns:a16="http://schemas.microsoft.com/office/drawing/2014/main" id="{9CDD67D2-D18E-6397-6B0C-B7B5BEA04C6A}"/>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p>
        </p:txBody>
      </p:sp>
      <p:pic>
        <p:nvPicPr>
          <p:cNvPr id="7" name="Picture 6">
            <a:extLst>
              <a:ext uri="{FF2B5EF4-FFF2-40B4-BE49-F238E27FC236}">
                <a16:creationId xmlns:a16="http://schemas.microsoft.com/office/drawing/2014/main" id="{CB57F678-2865-CAE1-0C91-C736DEABA6D2}"/>
              </a:ext>
            </a:extLst>
          </p:cNvPr>
          <p:cNvPicPr>
            <a:picLocks noChangeAspect="1"/>
          </p:cNvPicPr>
          <p:nvPr/>
        </p:nvPicPr>
        <p:blipFill>
          <a:blip r:embed="rId4"/>
          <a:stretch>
            <a:fillRect/>
          </a:stretch>
        </p:blipFill>
        <p:spPr>
          <a:xfrm>
            <a:off x="1331640" y="1854465"/>
            <a:ext cx="5852162" cy="3901441"/>
          </a:xfrm>
          <a:prstGeom prst="rect">
            <a:avLst/>
          </a:prstGeom>
        </p:spPr>
      </p:pic>
      <p:sp>
        <p:nvSpPr>
          <p:cNvPr id="8" name="TextBox 7">
            <a:extLst>
              <a:ext uri="{FF2B5EF4-FFF2-40B4-BE49-F238E27FC236}">
                <a16:creationId xmlns:a16="http://schemas.microsoft.com/office/drawing/2014/main" id="{A3F6F475-EC9B-7C82-A6DA-A388A30C866F}"/>
              </a:ext>
            </a:extLst>
          </p:cNvPr>
          <p:cNvSpPr txBox="1"/>
          <p:nvPr/>
        </p:nvSpPr>
        <p:spPr>
          <a:xfrm>
            <a:off x="539552" y="1066800"/>
            <a:ext cx="8352928" cy="646331"/>
          </a:xfrm>
          <a:prstGeom prst="rect">
            <a:avLst/>
          </a:prstGeom>
          <a:noFill/>
        </p:spPr>
        <p:txBody>
          <a:bodyPr wrap="square" rtlCol="0">
            <a:spAutoFit/>
          </a:bodyPr>
          <a:lstStyle/>
          <a:p>
            <a:r>
              <a:rPr lang="en-US" dirty="0"/>
              <a:t>An </a:t>
            </a:r>
            <a:r>
              <a:rPr lang="en-US" b="1" dirty="0"/>
              <a:t>ER Diagram (Entity-Relationship Diagram)</a:t>
            </a:r>
            <a:r>
              <a:rPr lang="en-US" dirty="0"/>
              <a:t> is a visual representation of database structure that shows entities, their attributes, and the relationships between them.</a:t>
            </a:r>
            <a:endParaRPr lang="en-IN" dirty="0"/>
          </a:p>
        </p:txBody>
      </p:sp>
    </p:spTree>
    <p:extLst>
      <p:ext uri="{BB962C8B-B14F-4D97-AF65-F5344CB8AC3E}">
        <p14:creationId xmlns:p14="http://schemas.microsoft.com/office/powerpoint/2010/main" val="77808181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43546-49DC-C6C6-1076-537C6B42AAB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3010A06-1088-99D8-C8D5-E1C1733CCF51}"/>
              </a:ext>
            </a:extLst>
          </p:cNvPr>
          <p:cNvSpPr>
            <a:spLocks noGrp="1"/>
          </p:cNvSpPr>
          <p:nvPr>
            <p:ph type="title"/>
          </p:nvPr>
        </p:nvSpPr>
        <p:spPr/>
        <p:txBody>
          <a:bodyPr/>
          <a:lstStyle/>
          <a:p>
            <a:r>
              <a:rPr lang="en-US" dirty="0"/>
              <a:t>rear</a:t>
            </a:r>
            <a:endParaRPr lang="en-IN" dirty="0"/>
          </a:p>
        </p:txBody>
      </p:sp>
      <p:sp>
        <p:nvSpPr>
          <p:cNvPr id="2" name="Slide Number Placeholder 1">
            <a:extLst>
              <a:ext uri="{FF2B5EF4-FFF2-40B4-BE49-F238E27FC236}">
                <a16:creationId xmlns:a16="http://schemas.microsoft.com/office/drawing/2014/main" id="{16F1D9A6-31CF-6A0C-21FC-57AFAE5C0A71}"/>
              </a:ext>
            </a:extLst>
          </p:cNvPr>
          <p:cNvSpPr>
            <a:spLocks noGrp="1"/>
          </p:cNvSpPr>
          <p:nvPr>
            <p:ph type="sldNum" sz="quarter" idx="12"/>
          </p:nvPr>
        </p:nvSpPr>
        <p:spPr/>
        <p:txBody>
          <a:bodyPr/>
          <a:lstStyle/>
          <a:p>
            <a:fld id="{08FC1071-F2DF-4CA9-AA63-FF97A16BD739}" type="slidenum">
              <a:rPr lang="en-IN" smtClean="0">
                <a:solidFill>
                  <a:schemeClr val="bg1"/>
                </a:solidFill>
              </a:rPr>
              <a:pPr/>
              <a:t>10</a:t>
            </a:fld>
            <a:endParaRPr lang="en-IN" dirty="0">
              <a:solidFill>
                <a:schemeClr val="bg1"/>
              </a:solidFill>
            </a:endParaRPr>
          </a:p>
        </p:txBody>
      </p:sp>
      <p:sp>
        <p:nvSpPr>
          <p:cNvPr id="485380" name="Rectangle 4">
            <a:extLst>
              <a:ext uri="{FF2B5EF4-FFF2-40B4-BE49-F238E27FC236}">
                <a16:creationId xmlns:a16="http://schemas.microsoft.com/office/drawing/2014/main" id="{C1D49DED-C0C3-9E0B-3156-A95DDAC13247}"/>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a:extLst>
              <a:ext uri="{FF2B5EF4-FFF2-40B4-BE49-F238E27FC236}">
                <a16:creationId xmlns:a16="http://schemas.microsoft.com/office/drawing/2014/main" id="{84E574ED-5071-4AC3-BCD2-1061EDBCF269}"/>
              </a:ext>
            </a:extLst>
          </p:cNvPr>
          <p:cNvSpPr txBox="1">
            <a:spLocks noChangeArrowheads="1"/>
          </p:cNvSpPr>
          <p:nvPr/>
        </p:nvSpPr>
        <p:spPr bwMode="auto">
          <a:xfrm>
            <a:off x="188821" y="226367"/>
            <a:ext cx="61727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000" b="1" dirty="0">
                <a:solidFill>
                  <a:schemeClr val="bg1"/>
                </a:solidFill>
                <a:latin typeface="Calibri" pitchFamily="34" charset="0"/>
                <a:ea typeface="ＭＳ Ｐゴシック" pitchFamily="-28" charset="-128"/>
              </a:rPr>
              <a:t> 6. DD Diagrams </a:t>
            </a:r>
            <a:endParaRPr lang="en-US" sz="1600" b="1" dirty="0">
              <a:solidFill>
                <a:schemeClr val="bg1"/>
              </a:solidFill>
              <a:latin typeface="Calibri" pitchFamily="34" charset="0"/>
              <a:ea typeface="ＭＳ Ｐゴシック" pitchFamily="-28" charset="-128"/>
            </a:endParaRPr>
          </a:p>
        </p:txBody>
      </p:sp>
      <p:sp>
        <p:nvSpPr>
          <p:cNvPr id="485384" name="Rectangle 8">
            <a:extLst>
              <a:ext uri="{FF2B5EF4-FFF2-40B4-BE49-F238E27FC236}">
                <a16:creationId xmlns:a16="http://schemas.microsoft.com/office/drawing/2014/main" id="{7CF8B8A2-02D2-3DEB-1361-B81198851252}"/>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65CD1214-66C8-CF68-511F-B96DCDB212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09DAC942-E6D0-19D4-BE4F-D0A78CB5E584}"/>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10</a:t>
            </a:fld>
            <a:endParaRPr lang="en-IN" dirty="0">
              <a:solidFill>
                <a:schemeClr val="bg1"/>
              </a:solidFill>
            </a:endParaRPr>
          </a:p>
        </p:txBody>
      </p:sp>
      <p:sp>
        <p:nvSpPr>
          <p:cNvPr id="45" name="Rectangle 40">
            <a:extLst>
              <a:ext uri="{FF2B5EF4-FFF2-40B4-BE49-F238E27FC236}">
                <a16:creationId xmlns:a16="http://schemas.microsoft.com/office/drawing/2014/main" id="{AD559FAD-0B7B-6C09-DB3D-A1632FBF337C}"/>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p>
        </p:txBody>
      </p:sp>
      <p:pic>
        <p:nvPicPr>
          <p:cNvPr id="5" name="Picture 4">
            <a:extLst>
              <a:ext uri="{FF2B5EF4-FFF2-40B4-BE49-F238E27FC236}">
                <a16:creationId xmlns:a16="http://schemas.microsoft.com/office/drawing/2014/main" id="{447C8D1C-2DB9-37D1-26D0-85ADFE0E0A8D}"/>
              </a:ext>
            </a:extLst>
          </p:cNvPr>
          <p:cNvPicPr>
            <a:picLocks noChangeAspect="1"/>
          </p:cNvPicPr>
          <p:nvPr/>
        </p:nvPicPr>
        <p:blipFill>
          <a:blip r:embed="rId4"/>
          <a:stretch>
            <a:fillRect/>
          </a:stretch>
        </p:blipFill>
        <p:spPr>
          <a:xfrm>
            <a:off x="1619672" y="2077213"/>
            <a:ext cx="5688632" cy="3792421"/>
          </a:xfrm>
          <a:prstGeom prst="rect">
            <a:avLst/>
          </a:prstGeom>
        </p:spPr>
      </p:pic>
      <p:sp>
        <p:nvSpPr>
          <p:cNvPr id="7" name="TextBox 6">
            <a:extLst>
              <a:ext uri="{FF2B5EF4-FFF2-40B4-BE49-F238E27FC236}">
                <a16:creationId xmlns:a16="http://schemas.microsoft.com/office/drawing/2014/main" id="{F25F9646-C5DE-7E49-6E68-6DEF2707895E}"/>
              </a:ext>
            </a:extLst>
          </p:cNvPr>
          <p:cNvSpPr txBox="1"/>
          <p:nvPr/>
        </p:nvSpPr>
        <p:spPr>
          <a:xfrm>
            <a:off x="827584" y="988366"/>
            <a:ext cx="7992888" cy="923330"/>
          </a:xfrm>
          <a:prstGeom prst="rect">
            <a:avLst/>
          </a:prstGeom>
          <a:noFill/>
        </p:spPr>
        <p:txBody>
          <a:bodyPr wrap="square" rtlCol="0">
            <a:spAutoFit/>
          </a:bodyPr>
          <a:lstStyle/>
          <a:p>
            <a:r>
              <a:rPr lang="en-US" dirty="0"/>
              <a:t>A </a:t>
            </a:r>
            <a:r>
              <a:rPr lang="en-US" b="1" dirty="0"/>
              <a:t>DD Diagram (Data Flow Diagram – DFD)</a:t>
            </a:r>
            <a:r>
              <a:rPr lang="en-US" dirty="0"/>
              <a:t> is a graphical representation that shows how data moves through a system, including inputs, processes, data storage, and outputs.</a:t>
            </a:r>
            <a:endParaRPr lang="en-IN" dirty="0"/>
          </a:p>
        </p:txBody>
      </p:sp>
    </p:spTree>
    <p:extLst>
      <p:ext uri="{BB962C8B-B14F-4D97-AF65-F5344CB8AC3E}">
        <p14:creationId xmlns:p14="http://schemas.microsoft.com/office/powerpoint/2010/main" val="236422136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graphicFrame>
        <p:nvGraphicFramePr>
          <p:cNvPr id="6" name="Content Placeholder 5">
            <a:extLst>
              <a:ext uri="{FF2B5EF4-FFF2-40B4-BE49-F238E27FC236}">
                <a16:creationId xmlns:a16="http://schemas.microsoft.com/office/drawing/2014/main" id="{1A33CA55-3870-611E-F5D8-2C10C053230F}"/>
              </a:ext>
            </a:extLst>
          </p:cNvPr>
          <p:cNvGraphicFramePr>
            <a:graphicFrameLocks noGrp="1"/>
          </p:cNvGraphicFramePr>
          <p:nvPr>
            <p:ph idx="1"/>
            <p:extLst>
              <p:ext uri="{D42A27DB-BD31-4B8C-83A1-F6EECF244321}">
                <p14:modId xmlns:p14="http://schemas.microsoft.com/office/powerpoint/2010/main" val="393543238"/>
              </p:ext>
            </p:extLst>
          </p:nvPr>
        </p:nvGraphicFramePr>
        <p:xfrm>
          <a:off x="467072" y="1047250"/>
          <a:ext cx="8065368" cy="4768807"/>
        </p:xfrm>
        <a:graphic>
          <a:graphicData uri="http://schemas.openxmlformats.org/drawingml/2006/table">
            <a:tbl>
              <a:tblPr/>
              <a:tblGrid>
                <a:gridCol w="3816896">
                  <a:extLst>
                    <a:ext uri="{9D8B030D-6E8A-4147-A177-3AD203B41FA5}">
                      <a16:colId xmlns:a16="http://schemas.microsoft.com/office/drawing/2014/main" val="2569486986"/>
                    </a:ext>
                  </a:extLst>
                </a:gridCol>
                <a:gridCol w="4248472">
                  <a:extLst>
                    <a:ext uri="{9D8B030D-6E8A-4147-A177-3AD203B41FA5}">
                      <a16:colId xmlns:a16="http://schemas.microsoft.com/office/drawing/2014/main" val="1574312239"/>
                    </a:ext>
                  </a:extLst>
                </a:gridCol>
              </a:tblGrid>
              <a:tr h="550646">
                <a:tc>
                  <a:txBody>
                    <a:bodyPr/>
                    <a:lstStyle/>
                    <a:p>
                      <a:pPr algn="ctr">
                        <a:lnSpc>
                          <a:spcPct val="150000"/>
                        </a:lnSpc>
                        <a:spcBef>
                          <a:spcPts val="1000"/>
                        </a:spcBef>
                        <a:buNone/>
                      </a:pPr>
                      <a:r>
                        <a:rPr lang="en-IN" sz="2000" b="1" dirty="0">
                          <a:solidFill>
                            <a:schemeClr val="tx1"/>
                          </a:solidFill>
                          <a:effectLst/>
                          <a:latin typeface="+mn-lt"/>
                          <a:ea typeface="Arial" panose="020B0604020202020204" pitchFamily="34" charset="0"/>
                        </a:rPr>
                        <a:t>Challenges</a:t>
                      </a:r>
                      <a:endParaRPr lang="en-IN" sz="1050" dirty="0">
                        <a:solidFill>
                          <a:schemeClr val="tx1"/>
                        </a:solidFill>
                        <a:effectLst/>
                        <a:latin typeface="+mn-lt"/>
                        <a:ea typeface="Arial" panose="020B0604020202020204" pitchFamily="34" charset="0"/>
                      </a:endParaRPr>
                    </a:p>
                  </a:txBody>
                  <a:tcPr marL="46595" marR="46595" marT="46595" marB="46595" anchor="b">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tc>
                  <a:txBody>
                    <a:bodyPr/>
                    <a:lstStyle/>
                    <a:p>
                      <a:pPr algn="ctr">
                        <a:lnSpc>
                          <a:spcPct val="150000"/>
                        </a:lnSpc>
                        <a:spcBef>
                          <a:spcPts val="1000"/>
                        </a:spcBef>
                        <a:buNone/>
                      </a:pPr>
                      <a:r>
                        <a:rPr lang="en-IN" sz="2000" b="1" dirty="0">
                          <a:solidFill>
                            <a:schemeClr val="tx1"/>
                          </a:solidFill>
                          <a:effectLst/>
                          <a:latin typeface="+mn-lt"/>
                          <a:ea typeface="Arial" panose="020B0604020202020204" pitchFamily="34" charset="0"/>
                        </a:rPr>
                        <a:t>Solution</a:t>
                      </a:r>
                      <a:endParaRPr lang="en-IN" sz="1600" dirty="0">
                        <a:solidFill>
                          <a:schemeClr val="tx1"/>
                        </a:solidFill>
                        <a:effectLst/>
                        <a:latin typeface="+mn-lt"/>
                        <a:ea typeface="Arial" panose="020B0604020202020204" pitchFamily="34" charset="0"/>
                      </a:endParaRPr>
                    </a:p>
                  </a:txBody>
                  <a:tcPr marL="46595" marR="46595" marT="46595" marB="46595" anchor="b">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extLst>
                  <a:ext uri="{0D108BD9-81ED-4DB2-BD59-A6C34878D82A}">
                    <a16:rowId xmlns:a16="http://schemas.microsoft.com/office/drawing/2014/main" val="235834896"/>
                  </a:ext>
                </a:extLst>
              </a:tr>
              <a:tr h="812048">
                <a:tc>
                  <a:txBody>
                    <a:bodyPr/>
                    <a:lstStyle/>
                    <a:p>
                      <a:pPr>
                        <a:lnSpc>
                          <a:spcPct val="150000"/>
                        </a:lnSpc>
                        <a:spcBef>
                          <a:spcPts val="1000"/>
                        </a:spcBef>
                        <a:buNone/>
                      </a:pPr>
                      <a:r>
                        <a:rPr lang="en-IN" sz="1800" dirty="0">
                          <a:effectLst/>
                          <a:latin typeface="+mn-lt"/>
                          <a:ea typeface="Arial" panose="020B0604020202020204" pitchFamily="34" charset="0"/>
                        </a:rPr>
                        <a:t>Handling complex database relationships</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tc>
                  <a:txBody>
                    <a:bodyPr/>
                    <a:lstStyle/>
                    <a:p>
                      <a:pPr>
                        <a:lnSpc>
                          <a:spcPct val="150000"/>
                        </a:lnSpc>
                        <a:spcBef>
                          <a:spcPts val="1000"/>
                        </a:spcBef>
                        <a:buNone/>
                      </a:pPr>
                      <a:r>
                        <a:rPr lang="en-IN" sz="1800" dirty="0">
                          <a:effectLst/>
                          <a:latin typeface="+mn-lt"/>
                          <a:ea typeface="Arial" panose="020B0604020202020204" pitchFamily="34" charset="0"/>
                        </a:rPr>
                        <a:t>Learned normalization techniques and optimized queries for performance</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extLst>
                  <a:ext uri="{0D108BD9-81ED-4DB2-BD59-A6C34878D82A}">
                    <a16:rowId xmlns:a16="http://schemas.microsoft.com/office/drawing/2014/main" val="2716706049"/>
                  </a:ext>
                </a:extLst>
              </a:tr>
              <a:tr h="841910">
                <a:tc>
                  <a:txBody>
                    <a:bodyPr/>
                    <a:lstStyle/>
                    <a:p>
                      <a:pPr>
                        <a:lnSpc>
                          <a:spcPct val="150000"/>
                        </a:lnSpc>
                        <a:spcBef>
                          <a:spcPts val="1000"/>
                        </a:spcBef>
                        <a:buNone/>
                      </a:pPr>
                      <a:r>
                        <a:rPr lang="en-IN" sz="1800" dirty="0">
                          <a:effectLst/>
                          <a:latin typeface="+mn-lt"/>
                          <a:ea typeface="Arial" panose="020B0604020202020204" pitchFamily="34" charset="0"/>
                        </a:rPr>
                        <a:t>Debugging authentication issues</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tc>
                  <a:txBody>
                    <a:bodyPr/>
                    <a:lstStyle/>
                    <a:p>
                      <a:pPr>
                        <a:lnSpc>
                          <a:spcPct val="150000"/>
                        </a:lnSpc>
                        <a:spcBef>
                          <a:spcPts val="1000"/>
                        </a:spcBef>
                        <a:buNone/>
                      </a:pPr>
                      <a:r>
                        <a:rPr lang="en-IN" sz="1800" dirty="0">
                          <a:effectLst/>
                          <a:latin typeface="+mn-lt"/>
                          <a:ea typeface="Arial" panose="020B0604020202020204" pitchFamily="34" charset="0"/>
                        </a:rPr>
                        <a:t>Referred to PHP session handling concepts and used step-by-step debugging</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extLst>
                  <a:ext uri="{0D108BD9-81ED-4DB2-BD59-A6C34878D82A}">
                    <a16:rowId xmlns:a16="http://schemas.microsoft.com/office/drawing/2014/main" val="3699473326"/>
                  </a:ext>
                </a:extLst>
              </a:tr>
              <a:tr h="1194535">
                <a:tc>
                  <a:txBody>
                    <a:bodyPr/>
                    <a:lstStyle/>
                    <a:p>
                      <a:pPr>
                        <a:lnSpc>
                          <a:spcPct val="150000"/>
                        </a:lnSpc>
                        <a:spcBef>
                          <a:spcPts val="1000"/>
                        </a:spcBef>
                        <a:buNone/>
                      </a:pPr>
                      <a:r>
                        <a:rPr lang="en-IN" sz="1800" dirty="0">
                          <a:effectLst/>
                          <a:latin typeface="+mn-lt"/>
                          <a:ea typeface="Arial" panose="020B0604020202020204" pitchFamily="34" charset="0"/>
                        </a:rPr>
                        <a:t>Adapting to company’s coding standards</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tc>
                  <a:txBody>
                    <a:bodyPr/>
                    <a:lstStyle/>
                    <a:p>
                      <a:pPr>
                        <a:lnSpc>
                          <a:spcPct val="150000"/>
                        </a:lnSpc>
                        <a:spcBef>
                          <a:spcPts val="1000"/>
                        </a:spcBef>
                        <a:buNone/>
                      </a:pPr>
                      <a:r>
                        <a:rPr lang="en-IN" sz="1800" dirty="0">
                          <a:effectLst/>
                          <a:latin typeface="+mn-lt"/>
                          <a:ea typeface="Arial" panose="020B0604020202020204" pitchFamily="34" charset="0"/>
                        </a:rPr>
                        <a:t>Studied their coding guidelines and followed structured documentation practices</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0D0D0D"/>
                      </a:solidFill>
                      <a:prstDash val="solid"/>
                      <a:round/>
                      <a:headEnd type="none" w="med" len="med"/>
                      <a:tailEnd type="none" w="med" len="med"/>
                    </a:lnB>
                    <a:noFill/>
                  </a:tcPr>
                </a:tc>
                <a:extLst>
                  <a:ext uri="{0D108BD9-81ED-4DB2-BD59-A6C34878D82A}">
                    <a16:rowId xmlns:a16="http://schemas.microsoft.com/office/drawing/2014/main" val="2355551221"/>
                  </a:ext>
                </a:extLst>
              </a:tr>
              <a:tr h="812048">
                <a:tc>
                  <a:txBody>
                    <a:bodyPr/>
                    <a:lstStyle/>
                    <a:p>
                      <a:pPr>
                        <a:lnSpc>
                          <a:spcPct val="150000"/>
                        </a:lnSpc>
                        <a:spcBef>
                          <a:spcPts val="1000"/>
                        </a:spcBef>
                        <a:buNone/>
                      </a:pPr>
                      <a:r>
                        <a:rPr lang="en-IN" sz="1800" dirty="0">
                          <a:effectLst/>
                          <a:latin typeface="+mn-lt"/>
                          <a:ea typeface="Arial" panose="020B0604020202020204" pitchFamily="34" charset="0"/>
                        </a:rPr>
                        <a:t>Managing time between tasks and deadlines</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a:noFill/>
                    </a:lnB>
                    <a:noFill/>
                  </a:tcPr>
                </a:tc>
                <a:tc>
                  <a:txBody>
                    <a:bodyPr/>
                    <a:lstStyle/>
                    <a:p>
                      <a:pPr>
                        <a:lnSpc>
                          <a:spcPct val="150000"/>
                        </a:lnSpc>
                        <a:spcBef>
                          <a:spcPts val="1000"/>
                        </a:spcBef>
                        <a:buNone/>
                      </a:pPr>
                      <a:r>
                        <a:rPr lang="en-IN" sz="1800" dirty="0">
                          <a:effectLst/>
                          <a:latin typeface="+mn-lt"/>
                          <a:ea typeface="Arial" panose="020B0604020202020204" pitchFamily="34" charset="0"/>
                        </a:rPr>
                        <a:t>Prepared daily task lists and followed Agile-based work tracking</a:t>
                      </a:r>
                      <a:endParaRPr lang="en-IN" sz="14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0D0D0D"/>
                      </a:solidFill>
                      <a:prstDash val="solid"/>
                      <a:round/>
                      <a:headEnd type="none" w="med" len="med"/>
                      <a:tailEnd type="none" w="med" len="med"/>
                    </a:lnT>
                    <a:lnB>
                      <a:noFill/>
                    </a:lnB>
                    <a:noFill/>
                  </a:tcPr>
                </a:tc>
                <a:extLst>
                  <a:ext uri="{0D108BD9-81ED-4DB2-BD59-A6C34878D82A}">
                    <a16:rowId xmlns:a16="http://schemas.microsoft.com/office/drawing/2014/main" val="3348853248"/>
                  </a:ext>
                </a:extLst>
              </a:tr>
              <a:tr h="402811">
                <a:tc>
                  <a:txBody>
                    <a:bodyPr/>
                    <a:lstStyle/>
                    <a:p>
                      <a:pPr>
                        <a:lnSpc>
                          <a:spcPct val="150000"/>
                        </a:lnSpc>
                        <a:spcBef>
                          <a:spcPts val="1000"/>
                        </a:spcBef>
                        <a:buNone/>
                      </a:pPr>
                      <a:endParaRPr lang="en-IN" sz="9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a:noFill/>
                    </a:lnT>
                    <a:lnB w="12700" cap="flat" cmpd="sng" algn="ctr">
                      <a:solidFill>
                        <a:srgbClr val="0D0D0D"/>
                      </a:solidFill>
                      <a:prstDash val="solid"/>
                      <a:round/>
                      <a:headEnd type="none" w="med" len="med"/>
                      <a:tailEnd type="none" w="med" len="med"/>
                    </a:lnB>
                    <a:noFill/>
                  </a:tcPr>
                </a:tc>
                <a:tc>
                  <a:txBody>
                    <a:bodyPr/>
                    <a:lstStyle/>
                    <a:p>
                      <a:pPr>
                        <a:lnSpc>
                          <a:spcPct val="150000"/>
                        </a:lnSpc>
                        <a:spcBef>
                          <a:spcPts val="1000"/>
                        </a:spcBef>
                        <a:buNone/>
                      </a:pPr>
                      <a:r>
                        <a:rPr lang="en-IN" sz="1050" dirty="0">
                          <a:effectLst/>
                          <a:latin typeface="+mn-lt"/>
                          <a:ea typeface="Arial" panose="020B0604020202020204" pitchFamily="34" charset="0"/>
                        </a:rPr>
                        <a:t> </a:t>
                      </a:r>
                      <a:endParaRPr lang="en-IN" sz="900" dirty="0">
                        <a:effectLst/>
                        <a:latin typeface="+mn-lt"/>
                        <a:ea typeface="Arial" panose="020B0604020202020204" pitchFamily="34" charset="0"/>
                      </a:endParaRPr>
                    </a:p>
                  </a:txBody>
                  <a:tcPr marL="46595" marR="46595" marT="46595" marB="46595" anchor="ctr">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a:noFill/>
                    </a:lnT>
                    <a:lnB w="12700" cap="flat" cmpd="sng" algn="ctr">
                      <a:solidFill>
                        <a:srgbClr val="0D0D0D"/>
                      </a:solidFill>
                      <a:prstDash val="solid"/>
                      <a:round/>
                      <a:headEnd type="none" w="med" len="med"/>
                      <a:tailEnd type="none" w="med" len="med"/>
                    </a:lnB>
                    <a:noFill/>
                  </a:tcPr>
                </a:tc>
                <a:extLst>
                  <a:ext uri="{0D108BD9-81ED-4DB2-BD59-A6C34878D82A}">
                    <a16:rowId xmlns:a16="http://schemas.microsoft.com/office/drawing/2014/main" val="2962668771"/>
                  </a:ext>
                </a:extLst>
              </a:tr>
            </a:tbl>
          </a:graphicData>
        </a:graphic>
      </p:graphicFrame>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11</a:t>
            </a:fld>
            <a:endParaRPr lang="en-IN" dirty="0">
              <a:solidFill>
                <a:schemeClr val="bg1"/>
              </a:solidFill>
            </a:endParaRPr>
          </a:p>
        </p:txBody>
      </p:sp>
      <p:sp>
        <p:nvSpPr>
          <p:cNvPr id="485380" name="Rectangle 4"/>
          <p:cNvSpPr>
            <a:spLocks noChangeArrowheads="1"/>
          </p:cNvSpPr>
          <p:nvPr/>
        </p:nvSpPr>
        <p:spPr bwMode="auto">
          <a:xfrm>
            <a:off x="0" y="-39975"/>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197532" y="263042"/>
            <a:ext cx="6172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7.Challenges Encountered:</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11</a:t>
            </a:fld>
            <a:endParaRPr lang="en-IN" dirty="0">
              <a:solidFill>
                <a:schemeClr val="bg1"/>
              </a:solidFill>
            </a:endParaRPr>
          </a:p>
        </p:txBody>
      </p:sp>
    </p:spTree>
    <p:extLst>
      <p:ext uri="{BB962C8B-B14F-4D97-AF65-F5344CB8AC3E}">
        <p14:creationId xmlns:p14="http://schemas.microsoft.com/office/powerpoint/2010/main" val="342991593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9A0E7-C339-AA02-6D37-2EC8DE32E0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4A43CD1-984D-98F4-83EE-C8B29FECC82F}"/>
              </a:ext>
            </a:extLst>
          </p:cNvPr>
          <p:cNvSpPr>
            <a:spLocks noGrp="1"/>
          </p:cNvSpPr>
          <p:nvPr>
            <p:ph type="title"/>
          </p:nvPr>
        </p:nvSpPr>
        <p:spPr/>
        <p:txBody>
          <a:bodyPr/>
          <a:lstStyle/>
          <a:p>
            <a:endParaRPr lang="en-IN" dirty="0"/>
          </a:p>
        </p:txBody>
      </p:sp>
      <p:sp>
        <p:nvSpPr>
          <p:cNvPr id="2" name="Slide Number Placeholder 1">
            <a:extLst>
              <a:ext uri="{FF2B5EF4-FFF2-40B4-BE49-F238E27FC236}">
                <a16:creationId xmlns:a16="http://schemas.microsoft.com/office/drawing/2014/main" id="{4C21FA51-4478-0CC8-E5B8-22A2E87FE074}"/>
              </a:ext>
            </a:extLst>
          </p:cNvPr>
          <p:cNvSpPr>
            <a:spLocks noGrp="1"/>
          </p:cNvSpPr>
          <p:nvPr>
            <p:ph type="sldNum" sz="quarter" idx="12"/>
          </p:nvPr>
        </p:nvSpPr>
        <p:spPr/>
        <p:txBody>
          <a:bodyPr/>
          <a:lstStyle/>
          <a:p>
            <a:fld id="{08FC1071-F2DF-4CA9-AA63-FF97A16BD739}" type="slidenum">
              <a:rPr lang="en-IN" smtClean="0">
                <a:solidFill>
                  <a:schemeClr val="bg1"/>
                </a:solidFill>
              </a:rPr>
              <a:pPr/>
              <a:t>12</a:t>
            </a:fld>
            <a:endParaRPr lang="en-IN" dirty="0">
              <a:solidFill>
                <a:schemeClr val="bg1"/>
              </a:solidFill>
            </a:endParaRPr>
          </a:p>
        </p:txBody>
      </p:sp>
      <p:sp>
        <p:nvSpPr>
          <p:cNvPr id="485380" name="Rectangle 4">
            <a:extLst>
              <a:ext uri="{FF2B5EF4-FFF2-40B4-BE49-F238E27FC236}">
                <a16:creationId xmlns:a16="http://schemas.microsoft.com/office/drawing/2014/main" id="{63E1E231-56A1-30CF-BE5F-0CEACF0C3F8D}"/>
              </a:ext>
            </a:extLst>
          </p:cNvPr>
          <p:cNvSpPr>
            <a:spLocks noChangeArrowheads="1"/>
          </p:cNvSpPr>
          <p:nvPr/>
        </p:nvSpPr>
        <p:spPr bwMode="auto">
          <a:xfrm>
            <a:off x="0" y="-39975"/>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a:extLst>
              <a:ext uri="{FF2B5EF4-FFF2-40B4-BE49-F238E27FC236}">
                <a16:creationId xmlns:a16="http://schemas.microsoft.com/office/drawing/2014/main" id="{70D1C463-D4D7-2CCC-580A-FCD5EC741EF3}"/>
              </a:ext>
            </a:extLst>
          </p:cNvPr>
          <p:cNvSpPr txBox="1">
            <a:spLocks noChangeArrowheads="1"/>
          </p:cNvSpPr>
          <p:nvPr/>
        </p:nvSpPr>
        <p:spPr bwMode="auto">
          <a:xfrm>
            <a:off x="233536" y="241765"/>
            <a:ext cx="6172712"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8. Advantage of The Project</a:t>
            </a:r>
          </a:p>
          <a:p>
            <a:pPr>
              <a:spcBef>
                <a:spcPct val="50000"/>
              </a:spcBef>
            </a:pPr>
            <a:endParaRPr lang="en-US" b="1" dirty="0">
              <a:solidFill>
                <a:schemeClr val="bg1"/>
              </a:solidFill>
              <a:latin typeface="Calibri" pitchFamily="34" charset="0"/>
              <a:ea typeface="ＭＳ Ｐゴシック" pitchFamily="-28" charset="-128"/>
            </a:endParaRPr>
          </a:p>
        </p:txBody>
      </p:sp>
      <p:sp>
        <p:nvSpPr>
          <p:cNvPr id="485384" name="Rectangle 8">
            <a:extLst>
              <a:ext uri="{FF2B5EF4-FFF2-40B4-BE49-F238E27FC236}">
                <a16:creationId xmlns:a16="http://schemas.microsoft.com/office/drawing/2014/main" id="{7BAA1CC8-40AA-FDF0-8D0A-A3D28C130025}"/>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39222401-B645-E43C-7FB7-B56DCC4977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BAD75323-012B-A47D-68C7-A5B29D0D9943}"/>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12</a:t>
            </a:fld>
            <a:endParaRPr lang="en-IN" dirty="0">
              <a:solidFill>
                <a:schemeClr val="bg1"/>
              </a:solidFill>
            </a:endParaRPr>
          </a:p>
        </p:txBody>
      </p:sp>
      <p:sp>
        <p:nvSpPr>
          <p:cNvPr id="4" name="TextBox 3">
            <a:extLst>
              <a:ext uri="{FF2B5EF4-FFF2-40B4-BE49-F238E27FC236}">
                <a16:creationId xmlns:a16="http://schemas.microsoft.com/office/drawing/2014/main" id="{E137FC87-1C03-1F7B-7BEF-8F987815469F}"/>
              </a:ext>
            </a:extLst>
          </p:cNvPr>
          <p:cNvSpPr txBox="1"/>
          <p:nvPr/>
        </p:nvSpPr>
        <p:spPr>
          <a:xfrm>
            <a:off x="412914" y="1116190"/>
            <a:ext cx="8281392" cy="4801314"/>
          </a:xfrm>
          <a:prstGeom prst="rect">
            <a:avLst/>
          </a:prstGeom>
          <a:noFill/>
        </p:spPr>
        <p:txBody>
          <a:bodyPr wrap="square" rtlCol="0">
            <a:spAutoFit/>
          </a:bodyPr>
          <a:lstStyle/>
          <a:p>
            <a:r>
              <a:rPr lang="en-US" b="1" u="sng" dirty="0"/>
              <a:t>Simple and User-Friendly Interface</a:t>
            </a:r>
            <a:endParaRPr lang="en-IN" b="1" u="sng" dirty="0"/>
          </a:p>
          <a:p>
            <a:r>
              <a:rPr lang="en-US" dirty="0"/>
              <a:t>The platform is designed with simplicity in mind, allowing users to navigate easily without any technical difficulty. The clean layout ensures that users can focus on writing and managing their blogs rather than learning complex features. This makes the application suitable for beginners </a:t>
            </a:r>
          </a:p>
          <a:p>
            <a:r>
              <a:rPr lang="en-IN" b="1" u="sng" dirty="0"/>
              <a:t>Secure Authentication System</a:t>
            </a:r>
            <a:endParaRPr lang="en-IN" u="sng" dirty="0"/>
          </a:p>
          <a:p>
            <a:r>
              <a:rPr lang="en-IN" dirty="0"/>
              <a:t>BlogScript provides a secure login and signup system using </a:t>
            </a:r>
            <a:r>
              <a:rPr lang="en-IN" b="1" dirty="0"/>
              <a:t>password hashing techniques</a:t>
            </a:r>
            <a:r>
              <a:rPr lang="en-IN" dirty="0"/>
              <a:t>, which protects user credentials from unauthorized access. The password reset feature further enhances security by allowing users to safely recover their accounts without compromising data integrity.</a:t>
            </a:r>
          </a:p>
          <a:p>
            <a:r>
              <a:rPr lang="en-IN" b="1" u="sng" dirty="0"/>
              <a:t>Email Verification for Account Authenticity</a:t>
            </a:r>
            <a:endParaRPr lang="en-IN" u="sng" dirty="0"/>
          </a:p>
          <a:p>
            <a:r>
              <a:rPr lang="en-IN" dirty="0"/>
              <a:t>The inclusion of </a:t>
            </a:r>
            <a:r>
              <a:rPr lang="en-IN" b="1" dirty="0"/>
              <a:t>email verification</a:t>
            </a:r>
            <a:r>
              <a:rPr lang="en-IN" dirty="0"/>
              <a:t> ensures that only genuine users can create accounts. This helps prevent fake registrations, reduces spam, and increases the overall trustworthiness of the platform.</a:t>
            </a:r>
          </a:p>
          <a:p>
            <a:r>
              <a:rPr lang="en-IN" b="1" u="sng" dirty="0"/>
              <a:t>Complete Blog Management with CRUD Operations</a:t>
            </a:r>
            <a:endParaRPr lang="en-IN" u="sng" dirty="0"/>
          </a:p>
          <a:p>
            <a:r>
              <a:rPr lang="en-IN" b="1" u="sng" dirty="0"/>
              <a:t>Responsive Design</a:t>
            </a:r>
            <a:endParaRPr lang="en-IN" u="sng" dirty="0"/>
          </a:p>
          <a:p>
            <a:endParaRPr lang="en-IN" dirty="0"/>
          </a:p>
        </p:txBody>
      </p:sp>
    </p:spTree>
    <p:extLst>
      <p:ext uri="{BB962C8B-B14F-4D97-AF65-F5344CB8AC3E}">
        <p14:creationId xmlns:p14="http://schemas.microsoft.com/office/powerpoint/2010/main" val="417735207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9" name="Content Placeholder 8">
            <a:extLst>
              <a:ext uri="{FF2B5EF4-FFF2-40B4-BE49-F238E27FC236}">
                <a16:creationId xmlns:a16="http://schemas.microsoft.com/office/drawing/2014/main" id="{0B0823A9-CFF7-BE82-7195-A40AF17278BB}"/>
              </a:ext>
            </a:extLst>
          </p:cNvPr>
          <p:cNvSpPr>
            <a:spLocks noGrp="1"/>
          </p:cNvSpPr>
          <p:nvPr>
            <p:ph idx="1"/>
          </p:nvPr>
        </p:nvSpPr>
        <p:spPr>
          <a:xfrm>
            <a:off x="395064" y="1241160"/>
            <a:ext cx="8065368" cy="4225165"/>
          </a:xfrm>
        </p:spPr>
        <p:txBody>
          <a:bodyPr>
            <a:normAutofit/>
          </a:bodyPr>
          <a:lstStyle/>
          <a:p>
            <a:pPr marL="358775" indent="0">
              <a:buNone/>
            </a:pPr>
            <a:r>
              <a:rPr lang="en-US" sz="2000" dirty="0"/>
              <a:t>BlogScript is a lightweight and efficient web application built on the </a:t>
            </a:r>
            <a:r>
              <a:rPr lang="en-US" sz="2000" b="1" dirty="0"/>
              <a:t>CRUD (Create, Read, Update, Delete)</a:t>
            </a:r>
            <a:r>
              <a:rPr lang="en-US" sz="2000" dirty="0"/>
              <a:t> model, giving users full control over their blogs. With a simple and responsive interface, it allows writers to:</a:t>
            </a:r>
          </a:p>
          <a:p>
            <a:pPr marL="358775" indent="0">
              <a:buNone/>
            </a:pPr>
            <a:endParaRPr lang="en-US" sz="2000" dirty="0"/>
          </a:p>
          <a:p>
            <a:pPr marL="400050" lvl="1" indent="0">
              <a:buNone/>
            </a:pPr>
            <a:r>
              <a:rPr lang="en-US" sz="1800" b="1" dirty="0"/>
              <a:t>Create</a:t>
            </a:r>
            <a:r>
              <a:rPr lang="en-US" sz="1800" dirty="0"/>
              <a:t> new blog posts with ease</a:t>
            </a:r>
          </a:p>
          <a:p>
            <a:pPr marL="400050" lvl="1" indent="0">
              <a:buNone/>
            </a:pPr>
            <a:r>
              <a:rPr lang="en-US" sz="1800" b="1" dirty="0"/>
              <a:t>Read</a:t>
            </a:r>
            <a:r>
              <a:rPr lang="en-US" sz="1800" dirty="0"/>
              <a:t> and </a:t>
            </a:r>
            <a:r>
              <a:rPr lang="en-US" sz="1400" dirty="0"/>
              <a:t>explore</a:t>
            </a:r>
            <a:r>
              <a:rPr lang="en-US" sz="1800" dirty="0"/>
              <a:t> articles through clean navigation</a:t>
            </a:r>
          </a:p>
          <a:p>
            <a:pPr marL="400050" lvl="1" indent="0">
              <a:buNone/>
            </a:pPr>
            <a:r>
              <a:rPr lang="en-US" sz="1800" b="1" dirty="0"/>
              <a:t>Update</a:t>
            </a:r>
            <a:r>
              <a:rPr lang="en-US" sz="1800" dirty="0"/>
              <a:t> existing content anytime</a:t>
            </a:r>
          </a:p>
          <a:p>
            <a:pPr marL="400050" lvl="1" indent="0">
              <a:buNone/>
            </a:pPr>
            <a:r>
              <a:rPr lang="en-US" sz="1800" b="1" dirty="0"/>
              <a:t>Delete</a:t>
            </a:r>
            <a:r>
              <a:rPr lang="en-US" sz="1800" dirty="0"/>
              <a:t> posts when no longer needed</a:t>
            </a:r>
          </a:p>
          <a:p>
            <a:pPr marL="400050" lvl="1" indent="0">
              <a:buNone/>
            </a:pPr>
            <a:r>
              <a:rPr lang="en-US" sz="1800" dirty="0"/>
              <a:t>Designed with scalability and SEO in mind, BlogScript is ideal for students, developers, and content creators who want a hands-on blogging experience while learning core web development concepts.</a:t>
            </a:r>
          </a:p>
          <a:p>
            <a:endParaRPr lang="en-IN" sz="2000"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13</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250395" y="232073"/>
            <a:ext cx="6172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9. Summary and Conclusion</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13</a:t>
            </a:fld>
            <a:endParaRPr lang="en-IN" dirty="0">
              <a:solidFill>
                <a:schemeClr val="bg1"/>
              </a:solidFill>
            </a:endParaRPr>
          </a:p>
        </p:txBody>
      </p:sp>
    </p:spTree>
    <p:extLst>
      <p:ext uri="{BB962C8B-B14F-4D97-AF65-F5344CB8AC3E}">
        <p14:creationId xmlns:p14="http://schemas.microsoft.com/office/powerpoint/2010/main" val="256092849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14</a:t>
            </a:fld>
            <a:endParaRPr lang="en-IN" dirty="0">
              <a:solidFill>
                <a:schemeClr val="bg1"/>
              </a:solidFill>
            </a:endParaRPr>
          </a:p>
        </p:txBody>
      </p:sp>
      <p:sp>
        <p:nvSpPr>
          <p:cNvPr id="3" name="Title 2"/>
          <p:cNvSpPr>
            <a:spLocks noGrp="1"/>
          </p:cNvSpPr>
          <p:nvPr>
            <p:ph type="title" idx="4294967295"/>
          </p:nvPr>
        </p:nvSpPr>
        <p:spPr>
          <a:xfrm>
            <a:off x="0" y="0"/>
            <a:ext cx="9147175" cy="549275"/>
          </a:xfrm>
        </p:spPr>
        <p:txBody>
          <a:bodyPr/>
          <a:lstStyle/>
          <a:p>
            <a:r>
              <a:rPr lang="en-IN" dirty="0"/>
              <a:t>\</a:t>
            </a: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18538" y="177542"/>
            <a:ext cx="6172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   10.  Appendices</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14</a:t>
            </a:fld>
            <a:endParaRPr lang="en-IN" dirty="0">
              <a:solidFill>
                <a:schemeClr val="bg1"/>
              </a:solidFill>
            </a:endParaRPr>
          </a:p>
        </p:txBody>
      </p:sp>
      <p:pic>
        <p:nvPicPr>
          <p:cNvPr id="7" name="Picture 6">
            <a:extLst>
              <a:ext uri="{FF2B5EF4-FFF2-40B4-BE49-F238E27FC236}">
                <a16:creationId xmlns:a16="http://schemas.microsoft.com/office/drawing/2014/main" id="{C5596A31-1376-91CA-E4A6-F90D20BD8F2F}"/>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3519" r="97222">
                        <a14:foregroundMark x1="18426" y1="44815" x2="18426" y2="44815"/>
                        <a14:foregroundMark x1="20833" y1="26667" x2="20833" y2="26667"/>
                        <a14:foregroundMark x1="13611" y1="26667" x2="13611" y2="26667"/>
                        <a14:foregroundMark x1="9722" y1="27407" x2="9722" y2="27407"/>
                        <a14:foregroundMark x1="8796" y1="24074" x2="8796" y2="24074"/>
                        <a14:foregroundMark x1="12778" y1="28241" x2="12778" y2="28241"/>
                        <a14:foregroundMark x1="55185" y1="42315" x2="55185" y2="42315"/>
                        <a14:foregroundMark x1="67130" y1="44630" x2="67130" y2="44630"/>
                        <a14:foregroundMark x1="51481" y1="68148" x2="51296" y2="68519"/>
                        <a14:foregroundMark x1="58426" y1="61759" x2="58426" y2="61759"/>
                        <a14:foregroundMark x1="56852" y1="52593" x2="56852" y2="52593"/>
                        <a14:foregroundMark x1="56852" y1="50556" x2="58981" y2="49167"/>
                        <a14:foregroundMark x1="64907" y1="46481" x2="61296" y2="50556"/>
                        <a14:foregroundMark x1="69167" y1="45370" x2="62500" y2="48148"/>
                        <a14:foregroundMark x1="60741" y1="48796" x2="69444" y2="48056"/>
                        <a14:foregroundMark x1="69444" y1="48056" x2="61204" y2="46389"/>
                        <a14:foregroundMark x1="61204" y1="46389" x2="74722" y2="46759"/>
                        <a14:foregroundMark x1="74722" y1="46759" x2="59259" y2="48796"/>
                        <a14:foregroundMark x1="59259" y1="48796" x2="75463" y2="49074"/>
                        <a14:foregroundMark x1="75463" y1="49074" x2="61852" y2="46111"/>
                        <a14:foregroundMark x1="61852" y1="46111" x2="58981" y2="50556"/>
                        <a14:foregroundMark x1="3611" y1="41204" x2="3611" y2="41204"/>
                        <a14:foregroundMark x1="21852" y1="40741" x2="21852" y2="40741"/>
                        <a14:foregroundMark x1="57532" y1="59984" x2="52130" y2="59444"/>
                        <a14:foregroundMark x1="52130" y1="59444" x2="60370" y2="57315"/>
                        <a14:foregroundMark x1="60370" y1="57315" x2="50833" y2="58241"/>
                        <a14:foregroundMark x1="80741" y1="59167" x2="79167" y2="59167"/>
                        <a14:foregroundMark x1="67130" y1="58148" x2="74537" y2="56944"/>
                        <a14:foregroundMark x1="74537" y1="56944" x2="67870" y2="59722"/>
                        <a14:foregroundMark x1="67870" y1="59722" x2="50741" y2="59907"/>
                        <a14:foregroundMark x1="50741" y1="59907" x2="47685" y2="61852"/>
                        <a14:foregroundMark x1="45833" y1="62315" x2="38611" y2="59722"/>
                        <a14:foregroundMark x1="38611" y1="59722" x2="44537" y2="64074"/>
                        <a14:foregroundMark x1="44537" y1="64074" x2="44537" y2="64074"/>
                        <a14:foregroundMark x1="88981" y1="57222" x2="82593" y2="62407"/>
                        <a14:foregroundMark x1="82593" y1="62407" x2="79722" y2="62593"/>
                        <a14:foregroundMark x1="76667" y1="58426" x2="76389" y2="59537"/>
                        <a14:foregroundMark x1="90833" y1="33333" x2="55185" y2="36481"/>
                        <a14:foregroundMark x1="55185" y1="36481" x2="44352" y2="33704"/>
                        <a14:foregroundMark x1="44352" y1="33704" x2="54630" y2="34074"/>
                        <a14:foregroundMark x1="54630" y1="34074" x2="62963" y2="33241"/>
                        <a14:foregroundMark x1="62963" y1="33241" x2="72870" y2="34167"/>
                        <a14:foregroundMark x1="97222" y1="69259" x2="94815" y2="68981"/>
                        <a14:foregroundMark x1="22778" y1="28426" x2="30370" y2="29907"/>
                        <a14:foregroundMark x1="30370" y1="29907" x2="22870" y2="26944"/>
                        <a14:foregroundMark x1="22870" y1="26944" x2="16944" y2="31944"/>
                        <a14:foregroundMark x1="16944" y1="31944" x2="17963" y2="35093"/>
                        <a14:foregroundMark x1="76667" y1="58519" x2="72778" y2="60278"/>
                        <a14:foregroundMark x1="6204" y1="37870" x2="5093" y2="54537"/>
                        <a14:foregroundMark x1="27870" y1="34815" x2="19815" y2="33889"/>
                      </a14:backgroundRemoval>
                    </a14:imgEffect>
                  </a14:imgLayer>
                </a14:imgProps>
              </a:ext>
              <a:ext uri="{28A0092B-C50C-407E-A947-70E740481C1C}">
                <a14:useLocalDpi xmlns:a14="http://schemas.microsoft.com/office/drawing/2010/main" val="0"/>
              </a:ext>
            </a:extLst>
          </a:blip>
          <a:srcRect t="19973" b="20595"/>
          <a:stretch>
            <a:fillRect/>
          </a:stretch>
        </p:blipFill>
        <p:spPr>
          <a:xfrm>
            <a:off x="448816" y="1554691"/>
            <a:ext cx="6689266" cy="3975595"/>
          </a:xfrm>
          <a:prstGeom prst="rect">
            <a:avLst/>
          </a:prstGeom>
        </p:spPr>
      </p:pic>
      <p:sp>
        <p:nvSpPr>
          <p:cNvPr id="5" name="TextBox 4">
            <a:extLst>
              <a:ext uri="{FF2B5EF4-FFF2-40B4-BE49-F238E27FC236}">
                <a16:creationId xmlns:a16="http://schemas.microsoft.com/office/drawing/2014/main" id="{2A6AB354-FC31-390B-2B09-8A46D6B7534F}"/>
              </a:ext>
            </a:extLst>
          </p:cNvPr>
          <p:cNvSpPr txBox="1"/>
          <p:nvPr/>
        </p:nvSpPr>
        <p:spPr>
          <a:xfrm>
            <a:off x="179512" y="1109589"/>
            <a:ext cx="4572000" cy="369332"/>
          </a:xfrm>
          <a:prstGeom prst="rect">
            <a:avLst/>
          </a:prstGeom>
          <a:noFill/>
        </p:spPr>
        <p:txBody>
          <a:bodyPr wrap="square">
            <a:spAutoFit/>
          </a:bodyPr>
          <a:lstStyle/>
          <a:p>
            <a:r>
              <a:rPr lang="en-US" dirty="0"/>
              <a:t>a) User interface (Home Page)</a:t>
            </a:r>
            <a:endParaRPr lang="en-IN" dirty="0"/>
          </a:p>
        </p:txBody>
      </p:sp>
    </p:spTree>
    <p:extLst>
      <p:ext uri="{BB962C8B-B14F-4D97-AF65-F5344CB8AC3E}">
        <p14:creationId xmlns:p14="http://schemas.microsoft.com/office/powerpoint/2010/main" val="258564189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96A2E-68AE-A07D-1755-82D47967CCB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AF181-21FF-6DCC-58CC-BC5BEDFBEF34}"/>
              </a:ext>
            </a:extLst>
          </p:cNvPr>
          <p:cNvSpPr>
            <a:spLocks noGrp="1"/>
          </p:cNvSpPr>
          <p:nvPr>
            <p:ph type="sldNum" sz="quarter" idx="12"/>
          </p:nvPr>
        </p:nvSpPr>
        <p:spPr/>
        <p:txBody>
          <a:bodyPr/>
          <a:lstStyle/>
          <a:p>
            <a:fld id="{08FC1071-F2DF-4CA9-AA63-FF97A16BD739}" type="slidenum">
              <a:rPr lang="en-IN" smtClean="0">
                <a:solidFill>
                  <a:schemeClr val="bg1"/>
                </a:solidFill>
              </a:rPr>
              <a:pPr/>
              <a:t>15</a:t>
            </a:fld>
            <a:endParaRPr lang="en-IN" dirty="0">
              <a:solidFill>
                <a:schemeClr val="bg1"/>
              </a:solidFill>
            </a:endParaRPr>
          </a:p>
        </p:txBody>
      </p:sp>
      <p:sp>
        <p:nvSpPr>
          <p:cNvPr id="3" name="Title 2">
            <a:extLst>
              <a:ext uri="{FF2B5EF4-FFF2-40B4-BE49-F238E27FC236}">
                <a16:creationId xmlns:a16="http://schemas.microsoft.com/office/drawing/2014/main" id="{A422F00C-5240-F882-E609-A15DA146B523}"/>
              </a:ext>
            </a:extLst>
          </p:cNvPr>
          <p:cNvSpPr>
            <a:spLocks noGrp="1"/>
          </p:cNvSpPr>
          <p:nvPr>
            <p:ph type="title" idx="4294967295"/>
          </p:nvPr>
        </p:nvSpPr>
        <p:spPr>
          <a:xfrm>
            <a:off x="0" y="0"/>
            <a:ext cx="9147175" cy="549275"/>
          </a:xfrm>
        </p:spPr>
        <p:txBody>
          <a:bodyPr/>
          <a:lstStyle/>
          <a:p>
            <a:r>
              <a:rPr lang="en-IN" dirty="0"/>
              <a:t>\</a:t>
            </a:r>
          </a:p>
        </p:txBody>
      </p:sp>
      <p:sp>
        <p:nvSpPr>
          <p:cNvPr id="485380" name="Rectangle 4">
            <a:extLst>
              <a:ext uri="{FF2B5EF4-FFF2-40B4-BE49-F238E27FC236}">
                <a16:creationId xmlns:a16="http://schemas.microsoft.com/office/drawing/2014/main" id="{46DF3604-74B1-EC6C-4AA8-8F7476A7ADF7}"/>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a:extLst>
              <a:ext uri="{FF2B5EF4-FFF2-40B4-BE49-F238E27FC236}">
                <a16:creationId xmlns:a16="http://schemas.microsoft.com/office/drawing/2014/main" id="{45B26568-978A-7C34-EAAB-C315D7D42999}"/>
              </a:ext>
            </a:extLst>
          </p:cNvPr>
          <p:cNvSpPr txBox="1">
            <a:spLocks noChangeArrowheads="1"/>
          </p:cNvSpPr>
          <p:nvPr/>
        </p:nvSpPr>
        <p:spPr bwMode="auto">
          <a:xfrm>
            <a:off x="18538" y="177542"/>
            <a:ext cx="6172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   10.  Appendices</a:t>
            </a:r>
          </a:p>
        </p:txBody>
      </p:sp>
      <p:sp>
        <p:nvSpPr>
          <p:cNvPr id="485384" name="Rectangle 8">
            <a:extLst>
              <a:ext uri="{FF2B5EF4-FFF2-40B4-BE49-F238E27FC236}">
                <a16:creationId xmlns:a16="http://schemas.microsoft.com/office/drawing/2014/main" id="{74DADBA7-F737-C5F1-48DB-11BE502E6E7E}"/>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A7200A5C-3B7C-86BA-EA12-BE3039DD5A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446D440A-15BD-95D8-895F-9EB3792E4D3F}"/>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15</a:t>
            </a:fld>
            <a:endParaRPr lang="en-IN" dirty="0">
              <a:solidFill>
                <a:schemeClr val="bg1"/>
              </a:solidFill>
            </a:endParaRPr>
          </a:p>
        </p:txBody>
      </p:sp>
      <p:sp>
        <p:nvSpPr>
          <p:cNvPr id="5" name="TextBox 4">
            <a:extLst>
              <a:ext uri="{FF2B5EF4-FFF2-40B4-BE49-F238E27FC236}">
                <a16:creationId xmlns:a16="http://schemas.microsoft.com/office/drawing/2014/main" id="{92B39D7A-BA31-CF0B-925B-A9B554D5D20B}"/>
              </a:ext>
            </a:extLst>
          </p:cNvPr>
          <p:cNvSpPr txBox="1"/>
          <p:nvPr/>
        </p:nvSpPr>
        <p:spPr>
          <a:xfrm>
            <a:off x="179512" y="1109589"/>
            <a:ext cx="4572000" cy="369332"/>
          </a:xfrm>
          <a:prstGeom prst="rect">
            <a:avLst/>
          </a:prstGeom>
          <a:noFill/>
        </p:spPr>
        <p:txBody>
          <a:bodyPr wrap="square">
            <a:spAutoFit/>
          </a:bodyPr>
          <a:lstStyle/>
          <a:p>
            <a:r>
              <a:rPr lang="en-US" dirty="0"/>
              <a:t>b) User interface (Dashboard Page)</a:t>
            </a:r>
            <a:endParaRPr lang="en-IN" dirty="0"/>
          </a:p>
        </p:txBody>
      </p:sp>
      <p:pic>
        <p:nvPicPr>
          <p:cNvPr id="9" name="Picture 8">
            <a:extLst>
              <a:ext uri="{FF2B5EF4-FFF2-40B4-BE49-F238E27FC236}">
                <a16:creationId xmlns:a16="http://schemas.microsoft.com/office/drawing/2014/main" id="{71C74339-7C39-2079-682E-91CD500D9E3E}"/>
              </a:ext>
            </a:extLst>
          </p:cNvPr>
          <p:cNvPicPr>
            <a:picLocks noChangeAspect="1"/>
          </p:cNvPicPr>
          <p:nvPr/>
        </p:nvPicPr>
        <p:blipFill>
          <a:blip r:embed="rId4">
            <a:extLst>
              <a:ext uri="{28A0092B-C50C-407E-A947-70E740481C1C}">
                <a14:useLocalDpi xmlns:a14="http://schemas.microsoft.com/office/drawing/2010/main" val="0"/>
              </a:ext>
            </a:extLst>
          </a:blip>
          <a:srcRect l="27320" r="25808" b="33368"/>
          <a:stretch>
            <a:fillRect/>
          </a:stretch>
        </p:blipFill>
        <p:spPr>
          <a:xfrm>
            <a:off x="-5274" y="1330502"/>
            <a:ext cx="2952328" cy="4196995"/>
          </a:xfrm>
          <a:prstGeom prst="rect">
            <a:avLst/>
          </a:prstGeom>
        </p:spPr>
      </p:pic>
      <p:pic>
        <p:nvPicPr>
          <p:cNvPr id="11" name="Picture 10">
            <a:extLst>
              <a:ext uri="{FF2B5EF4-FFF2-40B4-BE49-F238E27FC236}">
                <a16:creationId xmlns:a16="http://schemas.microsoft.com/office/drawing/2014/main" id="{33496FE9-7A0B-944C-888B-B32A7A14F192}"/>
              </a:ext>
            </a:extLst>
          </p:cNvPr>
          <p:cNvPicPr>
            <a:picLocks noChangeAspect="1"/>
          </p:cNvPicPr>
          <p:nvPr/>
        </p:nvPicPr>
        <p:blipFill>
          <a:blip r:embed="rId5">
            <a:extLst>
              <a:ext uri="{28A0092B-C50C-407E-A947-70E740481C1C}">
                <a14:useLocalDpi xmlns:a14="http://schemas.microsoft.com/office/drawing/2010/main" val="0"/>
              </a:ext>
            </a:extLst>
          </a:blip>
          <a:srcRect t="19540" b="26028"/>
          <a:stretch>
            <a:fillRect/>
          </a:stretch>
        </p:blipFill>
        <p:spPr>
          <a:xfrm>
            <a:off x="3262823" y="2086911"/>
            <a:ext cx="5881177" cy="3201199"/>
          </a:xfrm>
          <a:prstGeom prst="rect">
            <a:avLst/>
          </a:prstGeom>
        </p:spPr>
      </p:pic>
      <p:sp>
        <p:nvSpPr>
          <p:cNvPr id="12" name="TextBox 11">
            <a:extLst>
              <a:ext uri="{FF2B5EF4-FFF2-40B4-BE49-F238E27FC236}">
                <a16:creationId xmlns:a16="http://schemas.microsoft.com/office/drawing/2014/main" id="{789D02B5-7565-7B90-2E5D-2E7CF7A1469C}"/>
              </a:ext>
            </a:extLst>
          </p:cNvPr>
          <p:cNvSpPr txBox="1"/>
          <p:nvPr/>
        </p:nvSpPr>
        <p:spPr>
          <a:xfrm>
            <a:off x="4283968" y="1054736"/>
            <a:ext cx="3168352" cy="369332"/>
          </a:xfrm>
          <a:prstGeom prst="rect">
            <a:avLst/>
          </a:prstGeom>
          <a:noFill/>
        </p:spPr>
        <p:txBody>
          <a:bodyPr wrap="square">
            <a:spAutoFit/>
          </a:bodyPr>
          <a:lstStyle/>
          <a:p>
            <a:r>
              <a:rPr lang="en-US" dirty="0"/>
              <a:t>c) User interface (user admin)</a:t>
            </a:r>
            <a:endParaRPr lang="en-IN" dirty="0"/>
          </a:p>
        </p:txBody>
      </p:sp>
    </p:spTree>
    <p:extLst>
      <p:ext uri="{BB962C8B-B14F-4D97-AF65-F5344CB8AC3E}">
        <p14:creationId xmlns:p14="http://schemas.microsoft.com/office/powerpoint/2010/main" val="583693332"/>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872F6-19AC-AFAD-4430-A58A6393FFC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BE8670-E37F-C53F-00A1-8331AC8A9612}"/>
              </a:ext>
            </a:extLst>
          </p:cNvPr>
          <p:cNvSpPr>
            <a:spLocks noGrp="1"/>
          </p:cNvSpPr>
          <p:nvPr>
            <p:ph type="sldNum" sz="quarter" idx="12"/>
          </p:nvPr>
        </p:nvSpPr>
        <p:spPr/>
        <p:txBody>
          <a:bodyPr/>
          <a:lstStyle/>
          <a:p>
            <a:fld id="{08FC1071-F2DF-4CA9-AA63-FF97A16BD739}" type="slidenum">
              <a:rPr lang="en-IN" smtClean="0">
                <a:solidFill>
                  <a:schemeClr val="bg1"/>
                </a:solidFill>
              </a:rPr>
              <a:pPr/>
              <a:t>16</a:t>
            </a:fld>
            <a:endParaRPr lang="en-IN" dirty="0">
              <a:solidFill>
                <a:schemeClr val="bg1"/>
              </a:solidFill>
            </a:endParaRPr>
          </a:p>
        </p:txBody>
      </p:sp>
      <p:sp>
        <p:nvSpPr>
          <p:cNvPr id="3" name="Title 2">
            <a:extLst>
              <a:ext uri="{FF2B5EF4-FFF2-40B4-BE49-F238E27FC236}">
                <a16:creationId xmlns:a16="http://schemas.microsoft.com/office/drawing/2014/main" id="{4F4BE510-3D21-3DC6-9A73-CE51DFD4F104}"/>
              </a:ext>
            </a:extLst>
          </p:cNvPr>
          <p:cNvSpPr>
            <a:spLocks noGrp="1"/>
          </p:cNvSpPr>
          <p:nvPr>
            <p:ph type="title" idx="4294967295"/>
          </p:nvPr>
        </p:nvSpPr>
        <p:spPr>
          <a:xfrm>
            <a:off x="0" y="0"/>
            <a:ext cx="9147175" cy="549275"/>
          </a:xfrm>
        </p:spPr>
        <p:txBody>
          <a:bodyPr/>
          <a:lstStyle/>
          <a:p>
            <a:r>
              <a:rPr lang="en-IN" dirty="0"/>
              <a:t>\</a:t>
            </a:r>
          </a:p>
        </p:txBody>
      </p:sp>
      <p:sp>
        <p:nvSpPr>
          <p:cNvPr id="485380" name="Rectangle 4">
            <a:extLst>
              <a:ext uri="{FF2B5EF4-FFF2-40B4-BE49-F238E27FC236}">
                <a16:creationId xmlns:a16="http://schemas.microsoft.com/office/drawing/2014/main" id="{4B4FA470-77CD-1E4B-F346-F971360B3B7B}"/>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a:extLst>
              <a:ext uri="{FF2B5EF4-FFF2-40B4-BE49-F238E27FC236}">
                <a16:creationId xmlns:a16="http://schemas.microsoft.com/office/drawing/2014/main" id="{13CAD82A-7100-9497-2BC4-5C6F42DA1F8E}"/>
              </a:ext>
            </a:extLst>
          </p:cNvPr>
          <p:cNvSpPr txBox="1">
            <a:spLocks noChangeArrowheads="1"/>
          </p:cNvSpPr>
          <p:nvPr/>
        </p:nvSpPr>
        <p:spPr bwMode="auto">
          <a:xfrm>
            <a:off x="18538" y="177542"/>
            <a:ext cx="6172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   10.  Appendices</a:t>
            </a:r>
          </a:p>
        </p:txBody>
      </p:sp>
      <p:sp>
        <p:nvSpPr>
          <p:cNvPr id="485384" name="Rectangle 8">
            <a:extLst>
              <a:ext uri="{FF2B5EF4-FFF2-40B4-BE49-F238E27FC236}">
                <a16:creationId xmlns:a16="http://schemas.microsoft.com/office/drawing/2014/main" id="{AEFD2005-7BB2-B1F4-A4F0-3BBB0CB06AD7}"/>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1E66771A-40BF-BD71-BC61-D526050064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FA499361-121B-15F6-3936-1C1213936C12}"/>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16</a:t>
            </a:fld>
            <a:endParaRPr lang="en-IN" dirty="0">
              <a:solidFill>
                <a:schemeClr val="bg1"/>
              </a:solidFill>
            </a:endParaRPr>
          </a:p>
        </p:txBody>
      </p:sp>
      <p:sp>
        <p:nvSpPr>
          <p:cNvPr id="5" name="TextBox 4">
            <a:extLst>
              <a:ext uri="{FF2B5EF4-FFF2-40B4-BE49-F238E27FC236}">
                <a16:creationId xmlns:a16="http://schemas.microsoft.com/office/drawing/2014/main" id="{5D17072B-F893-B05A-E055-CFE230C6F9C3}"/>
              </a:ext>
            </a:extLst>
          </p:cNvPr>
          <p:cNvSpPr txBox="1"/>
          <p:nvPr/>
        </p:nvSpPr>
        <p:spPr>
          <a:xfrm>
            <a:off x="179512" y="1109589"/>
            <a:ext cx="2880320" cy="369332"/>
          </a:xfrm>
          <a:prstGeom prst="rect">
            <a:avLst/>
          </a:prstGeom>
          <a:noFill/>
        </p:spPr>
        <p:txBody>
          <a:bodyPr wrap="square">
            <a:spAutoFit/>
          </a:bodyPr>
          <a:lstStyle/>
          <a:p>
            <a:r>
              <a:rPr lang="en-US" dirty="0"/>
              <a:t>d) User interface(Login Page)</a:t>
            </a:r>
            <a:endParaRPr lang="en-IN" dirty="0"/>
          </a:p>
        </p:txBody>
      </p:sp>
      <p:sp>
        <p:nvSpPr>
          <p:cNvPr id="4" name="TextBox 3">
            <a:extLst>
              <a:ext uri="{FF2B5EF4-FFF2-40B4-BE49-F238E27FC236}">
                <a16:creationId xmlns:a16="http://schemas.microsoft.com/office/drawing/2014/main" id="{F4FCEAA3-4F1D-CADB-4364-080B9AD68A1D}"/>
              </a:ext>
            </a:extLst>
          </p:cNvPr>
          <p:cNvSpPr txBox="1"/>
          <p:nvPr/>
        </p:nvSpPr>
        <p:spPr>
          <a:xfrm>
            <a:off x="4732552" y="1046979"/>
            <a:ext cx="3655872" cy="369332"/>
          </a:xfrm>
          <a:prstGeom prst="rect">
            <a:avLst/>
          </a:prstGeom>
          <a:noFill/>
        </p:spPr>
        <p:txBody>
          <a:bodyPr wrap="square">
            <a:spAutoFit/>
          </a:bodyPr>
          <a:lstStyle/>
          <a:p>
            <a:r>
              <a:rPr lang="en-US" dirty="0"/>
              <a:t>e) User interface(Signup Page)</a:t>
            </a:r>
            <a:endParaRPr lang="en-IN" dirty="0"/>
          </a:p>
        </p:txBody>
      </p:sp>
      <p:pic>
        <p:nvPicPr>
          <p:cNvPr id="8" name="Picture 7">
            <a:extLst>
              <a:ext uri="{FF2B5EF4-FFF2-40B4-BE49-F238E27FC236}">
                <a16:creationId xmlns:a16="http://schemas.microsoft.com/office/drawing/2014/main" id="{3FF00502-A6D7-B2AF-09A6-EFACBD7CB5C6}"/>
              </a:ext>
            </a:extLst>
          </p:cNvPr>
          <p:cNvPicPr>
            <a:picLocks noChangeAspect="1"/>
          </p:cNvPicPr>
          <p:nvPr/>
        </p:nvPicPr>
        <p:blipFill>
          <a:blip r:embed="rId4">
            <a:extLst>
              <a:ext uri="{28A0092B-C50C-407E-A947-70E740481C1C}">
                <a14:useLocalDpi xmlns:a14="http://schemas.microsoft.com/office/drawing/2010/main" val="0"/>
              </a:ext>
            </a:extLst>
          </a:blip>
          <a:srcRect l="27320" t="-1" r="27320" b="33369"/>
          <a:stretch>
            <a:fillRect/>
          </a:stretch>
        </p:blipFill>
        <p:spPr>
          <a:xfrm>
            <a:off x="-137924" y="1007571"/>
            <a:ext cx="2950569" cy="4334311"/>
          </a:xfrm>
          <a:prstGeom prst="rect">
            <a:avLst/>
          </a:prstGeom>
        </p:spPr>
      </p:pic>
      <p:pic>
        <p:nvPicPr>
          <p:cNvPr id="10" name="Picture 9">
            <a:extLst>
              <a:ext uri="{FF2B5EF4-FFF2-40B4-BE49-F238E27FC236}">
                <a16:creationId xmlns:a16="http://schemas.microsoft.com/office/drawing/2014/main" id="{AAE596D9-E9BB-AB23-6AA6-59AEFDE118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35068" y="583154"/>
            <a:ext cx="5714532" cy="5714532"/>
          </a:xfrm>
          <a:prstGeom prst="rect">
            <a:avLst/>
          </a:prstGeom>
        </p:spPr>
      </p:pic>
    </p:spTree>
    <p:extLst>
      <p:ext uri="{BB962C8B-B14F-4D97-AF65-F5344CB8AC3E}">
        <p14:creationId xmlns:p14="http://schemas.microsoft.com/office/powerpoint/2010/main" val="4029549192"/>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4C5B-C879-333E-6EC4-C48292F10CE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F8C8A7-566C-2C11-0644-62E950924FC0}"/>
              </a:ext>
            </a:extLst>
          </p:cNvPr>
          <p:cNvSpPr>
            <a:spLocks noGrp="1"/>
          </p:cNvSpPr>
          <p:nvPr>
            <p:ph type="sldNum" sz="quarter" idx="12"/>
          </p:nvPr>
        </p:nvSpPr>
        <p:spPr/>
        <p:txBody>
          <a:bodyPr/>
          <a:lstStyle/>
          <a:p>
            <a:fld id="{08FC1071-F2DF-4CA9-AA63-FF97A16BD739}" type="slidenum">
              <a:rPr lang="en-IN" smtClean="0">
                <a:solidFill>
                  <a:schemeClr val="bg1"/>
                </a:solidFill>
              </a:rPr>
              <a:pPr/>
              <a:t>17</a:t>
            </a:fld>
            <a:endParaRPr lang="en-IN" dirty="0">
              <a:solidFill>
                <a:schemeClr val="bg1"/>
              </a:solidFill>
            </a:endParaRPr>
          </a:p>
        </p:txBody>
      </p:sp>
      <p:sp>
        <p:nvSpPr>
          <p:cNvPr id="3" name="Title 2">
            <a:extLst>
              <a:ext uri="{FF2B5EF4-FFF2-40B4-BE49-F238E27FC236}">
                <a16:creationId xmlns:a16="http://schemas.microsoft.com/office/drawing/2014/main" id="{520D9804-9972-AE8F-FF55-9171D112AB47}"/>
              </a:ext>
            </a:extLst>
          </p:cNvPr>
          <p:cNvSpPr>
            <a:spLocks noGrp="1"/>
          </p:cNvSpPr>
          <p:nvPr>
            <p:ph type="title" idx="4294967295"/>
          </p:nvPr>
        </p:nvSpPr>
        <p:spPr>
          <a:xfrm>
            <a:off x="0" y="0"/>
            <a:ext cx="9147175" cy="549275"/>
          </a:xfrm>
        </p:spPr>
        <p:txBody>
          <a:bodyPr/>
          <a:lstStyle/>
          <a:p>
            <a:r>
              <a:rPr lang="en-IN" dirty="0"/>
              <a:t>\</a:t>
            </a:r>
          </a:p>
        </p:txBody>
      </p:sp>
      <p:sp>
        <p:nvSpPr>
          <p:cNvPr id="485380" name="Rectangle 4">
            <a:extLst>
              <a:ext uri="{FF2B5EF4-FFF2-40B4-BE49-F238E27FC236}">
                <a16:creationId xmlns:a16="http://schemas.microsoft.com/office/drawing/2014/main" id="{9C75207B-F068-4A3B-41DF-6E2D6797807D}"/>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a:extLst>
              <a:ext uri="{FF2B5EF4-FFF2-40B4-BE49-F238E27FC236}">
                <a16:creationId xmlns:a16="http://schemas.microsoft.com/office/drawing/2014/main" id="{4F241379-6B2B-08A6-4687-0F7D91A7BDBE}"/>
              </a:ext>
            </a:extLst>
          </p:cNvPr>
          <p:cNvSpPr txBox="1">
            <a:spLocks noChangeArrowheads="1"/>
          </p:cNvSpPr>
          <p:nvPr/>
        </p:nvSpPr>
        <p:spPr bwMode="auto">
          <a:xfrm>
            <a:off x="18538" y="177542"/>
            <a:ext cx="6172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   10.  Appendices</a:t>
            </a:r>
          </a:p>
        </p:txBody>
      </p:sp>
      <p:sp>
        <p:nvSpPr>
          <p:cNvPr id="485384" name="Rectangle 8">
            <a:extLst>
              <a:ext uri="{FF2B5EF4-FFF2-40B4-BE49-F238E27FC236}">
                <a16:creationId xmlns:a16="http://schemas.microsoft.com/office/drawing/2014/main" id="{7ABECE5D-EA63-9FCE-20AB-F61BE97AB99C}"/>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F8BEC955-70AA-CF42-5FFE-715DEDB873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068D2E33-0F39-E7F7-3C2D-BA9AAC4F2C61}"/>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17</a:t>
            </a:fld>
            <a:endParaRPr lang="en-IN" dirty="0">
              <a:solidFill>
                <a:schemeClr val="bg1"/>
              </a:solidFill>
            </a:endParaRPr>
          </a:p>
        </p:txBody>
      </p:sp>
      <p:sp>
        <p:nvSpPr>
          <p:cNvPr id="6" name="TextBox 5">
            <a:extLst>
              <a:ext uri="{FF2B5EF4-FFF2-40B4-BE49-F238E27FC236}">
                <a16:creationId xmlns:a16="http://schemas.microsoft.com/office/drawing/2014/main" id="{D52D96AA-6572-8AAC-8878-0C1DED0F4373}"/>
              </a:ext>
            </a:extLst>
          </p:cNvPr>
          <p:cNvSpPr txBox="1"/>
          <p:nvPr/>
        </p:nvSpPr>
        <p:spPr>
          <a:xfrm>
            <a:off x="223799" y="1058063"/>
            <a:ext cx="4572000" cy="646331"/>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f) Database overview</a:t>
            </a:r>
          </a:p>
          <a:p>
            <a:endParaRPr lang="en-IN" dirty="0"/>
          </a:p>
        </p:txBody>
      </p:sp>
      <p:pic>
        <p:nvPicPr>
          <p:cNvPr id="9" name="Picture 8">
            <a:extLst>
              <a:ext uri="{FF2B5EF4-FFF2-40B4-BE49-F238E27FC236}">
                <a16:creationId xmlns:a16="http://schemas.microsoft.com/office/drawing/2014/main" id="{D8258293-9A84-7B5E-68D8-C33B5918233A}"/>
              </a:ext>
            </a:extLst>
          </p:cNvPr>
          <p:cNvPicPr>
            <a:picLocks noChangeAspect="1"/>
          </p:cNvPicPr>
          <p:nvPr/>
        </p:nvPicPr>
        <p:blipFill>
          <a:blip r:embed="rId4"/>
          <a:stretch>
            <a:fillRect/>
          </a:stretch>
        </p:blipFill>
        <p:spPr>
          <a:xfrm>
            <a:off x="469240" y="1875952"/>
            <a:ext cx="7322395" cy="3921826"/>
          </a:xfrm>
          <a:prstGeom prst="rect">
            <a:avLst/>
          </a:prstGeom>
        </p:spPr>
      </p:pic>
    </p:spTree>
    <p:extLst>
      <p:ext uri="{BB962C8B-B14F-4D97-AF65-F5344CB8AC3E}">
        <p14:creationId xmlns:p14="http://schemas.microsoft.com/office/powerpoint/2010/main" val="3383738912"/>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58695-B102-730A-EB39-1202DE0358C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D5CC61-9D55-EAA9-A09E-AABAD1FCE707}"/>
              </a:ext>
            </a:extLst>
          </p:cNvPr>
          <p:cNvSpPr>
            <a:spLocks noGrp="1"/>
          </p:cNvSpPr>
          <p:nvPr>
            <p:ph type="sldNum" sz="quarter" idx="12"/>
          </p:nvPr>
        </p:nvSpPr>
        <p:spPr/>
        <p:txBody>
          <a:bodyPr/>
          <a:lstStyle/>
          <a:p>
            <a:fld id="{08FC1071-F2DF-4CA9-AA63-FF97A16BD739}" type="slidenum">
              <a:rPr lang="en-IN" smtClean="0">
                <a:solidFill>
                  <a:schemeClr val="bg1"/>
                </a:solidFill>
              </a:rPr>
              <a:pPr/>
              <a:t>18</a:t>
            </a:fld>
            <a:endParaRPr lang="en-IN" dirty="0">
              <a:solidFill>
                <a:schemeClr val="bg1"/>
              </a:solidFill>
            </a:endParaRPr>
          </a:p>
        </p:txBody>
      </p:sp>
      <p:sp>
        <p:nvSpPr>
          <p:cNvPr id="3" name="Title 2">
            <a:extLst>
              <a:ext uri="{FF2B5EF4-FFF2-40B4-BE49-F238E27FC236}">
                <a16:creationId xmlns:a16="http://schemas.microsoft.com/office/drawing/2014/main" id="{EA1E210A-8664-18BF-2BD2-75B5EEEE1000}"/>
              </a:ext>
            </a:extLst>
          </p:cNvPr>
          <p:cNvSpPr>
            <a:spLocks noGrp="1"/>
          </p:cNvSpPr>
          <p:nvPr>
            <p:ph type="title" idx="4294967295"/>
          </p:nvPr>
        </p:nvSpPr>
        <p:spPr>
          <a:xfrm>
            <a:off x="0" y="0"/>
            <a:ext cx="9147175" cy="549275"/>
          </a:xfrm>
        </p:spPr>
        <p:txBody>
          <a:bodyPr/>
          <a:lstStyle/>
          <a:p>
            <a:r>
              <a:rPr lang="en-IN" dirty="0"/>
              <a:t>\</a:t>
            </a:r>
          </a:p>
        </p:txBody>
      </p:sp>
      <p:sp>
        <p:nvSpPr>
          <p:cNvPr id="485380" name="Rectangle 4">
            <a:extLst>
              <a:ext uri="{FF2B5EF4-FFF2-40B4-BE49-F238E27FC236}">
                <a16:creationId xmlns:a16="http://schemas.microsoft.com/office/drawing/2014/main" id="{33D7CF3A-714B-1A07-8C35-8D034C0EA2FC}"/>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a:extLst>
              <a:ext uri="{FF2B5EF4-FFF2-40B4-BE49-F238E27FC236}">
                <a16:creationId xmlns:a16="http://schemas.microsoft.com/office/drawing/2014/main" id="{4553BECC-3A4C-3005-A778-4C1390E5F098}"/>
              </a:ext>
            </a:extLst>
          </p:cNvPr>
          <p:cNvSpPr txBox="1">
            <a:spLocks noChangeArrowheads="1"/>
          </p:cNvSpPr>
          <p:nvPr/>
        </p:nvSpPr>
        <p:spPr bwMode="auto">
          <a:xfrm>
            <a:off x="18538" y="177542"/>
            <a:ext cx="61727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b="1" dirty="0">
                <a:solidFill>
                  <a:schemeClr val="bg1"/>
                </a:solidFill>
                <a:latin typeface="Calibri" pitchFamily="34" charset="0"/>
                <a:ea typeface="ＭＳ Ｐゴシック" pitchFamily="-28" charset="-128"/>
              </a:rPr>
              <a:t>   10.  Appendices</a:t>
            </a:r>
          </a:p>
        </p:txBody>
      </p:sp>
      <p:sp>
        <p:nvSpPr>
          <p:cNvPr id="485384" name="Rectangle 8">
            <a:extLst>
              <a:ext uri="{FF2B5EF4-FFF2-40B4-BE49-F238E27FC236}">
                <a16:creationId xmlns:a16="http://schemas.microsoft.com/office/drawing/2014/main" id="{9C8244A8-5B94-4ECC-5EF6-A7E9021D83D7}"/>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1B2640C9-81DA-CE66-AF51-73715C3D85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6763F608-E64E-928F-202A-034C03D75918}"/>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18</a:t>
            </a:fld>
            <a:endParaRPr lang="en-IN" dirty="0">
              <a:solidFill>
                <a:schemeClr val="bg1"/>
              </a:solidFill>
            </a:endParaRPr>
          </a:p>
        </p:txBody>
      </p:sp>
      <p:sp>
        <p:nvSpPr>
          <p:cNvPr id="6" name="TextBox 5">
            <a:extLst>
              <a:ext uri="{FF2B5EF4-FFF2-40B4-BE49-F238E27FC236}">
                <a16:creationId xmlns:a16="http://schemas.microsoft.com/office/drawing/2014/main" id="{CD2D9E2D-ADDE-D539-DD75-D992CFE40021}"/>
              </a:ext>
            </a:extLst>
          </p:cNvPr>
          <p:cNvSpPr txBox="1"/>
          <p:nvPr/>
        </p:nvSpPr>
        <p:spPr>
          <a:xfrm>
            <a:off x="223799" y="1058063"/>
            <a:ext cx="4572000" cy="369332"/>
          </a:xfrm>
          <a:prstGeom prst="rect">
            <a:avLst/>
          </a:prstGeom>
          <a:noFill/>
        </p:spPr>
        <p:txBody>
          <a:bodyPr wrap="square">
            <a:spAutoFit/>
          </a:bodyPr>
          <a:lstStyle/>
          <a:p>
            <a:r>
              <a:rPr lang="en-US" dirty="0"/>
              <a:t>g) GitHub Repository</a:t>
            </a:r>
            <a:endParaRPr lang="en-IN" dirty="0"/>
          </a:p>
        </p:txBody>
      </p:sp>
      <p:pic>
        <p:nvPicPr>
          <p:cNvPr id="5" name="Picture 4">
            <a:extLst>
              <a:ext uri="{FF2B5EF4-FFF2-40B4-BE49-F238E27FC236}">
                <a16:creationId xmlns:a16="http://schemas.microsoft.com/office/drawing/2014/main" id="{DB82F647-3EDD-8D61-14AA-0E9834A944D1}"/>
              </a:ext>
            </a:extLst>
          </p:cNvPr>
          <p:cNvPicPr>
            <a:picLocks noChangeAspect="1"/>
          </p:cNvPicPr>
          <p:nvPr/>
        </p:nvPicPr>
        <p:blipFill>
          <a:blip r:embed="rId4"/>
          <a:stretch>
            <a:fillRect/>
          </a:stretch>
        </p:blipFill>
        <p:spPr>
          <a:xfrm>
            <a:off x="395536" y="1620457"/>
            <a:ext cx="7877392" cy="3617085"/>
          </a:xfrm>
          <a:prstGeom prst="rect">
            <a:avLst/>
          </a:prstGeom>
        </p:spPr>
      </p:pic>
    </p:spTree>
    <p:extLst>
      <p:ext uri="{BB962C8B-B14F-4D97-AF65-F5344CB8AC3E}">
        <p14:creationId xmlns:p14="http://schemas.microsoft.com/office/powerpoint/2010/main" val="3279465635"/>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79B0F-B6EF-E956-28DB-FF0EDA8E33D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238648-7EF0-AF53-60D8-0103D2F27412}"/>
              </a:ext>
            </a:extLst>
          </p:cNvPr>
          <p:cNvSpPr>
            <a:spLocks noGrp="1"/>
          </p:cNvSpPr>
          <p:nvPr>
            <p:ph type="sldNum" sz="quarter" idx="12"/>
          </p:nvPr>
        </p:nvSpPr>
        <p:spPr/>
        <p:txBody>
          <a:bodyPr/>
          <a:lstStyle/>
          <a:p>
            <a:fld id="{08FC1071-F2DF-4CA9-AA63-FF97A16BD739}" type="slidenum">
              <a:rPr lang="en-IN" smtClean="0">
                <a:solidFill>
                  <a:schemeClr val="bg1"/>
                </a:solidFill>
              </a:rPr>
              <a:pPr/>
              <a:t>19</a:t>
            </a:fld>
            <a:endParaRPr lang="en-IN" dirty="0">
              <a:solidFill>
                <a:schemeClr val="bg1"/>
              </a:solidFill>
            </a:endParaRPr>
          </a:p>
        </p:txBody>
      </p:sp>
      <p:sp>
        <p:nvSpPr>
          <p:cNvPr id="3" name="Title 2">
            <a:extLst>
              <a:ext uri="{FF2B5EF4-FFF2-40B4-BE49-F238E27FC236}">
                <a16:creationId xmlns:a16="http://schemas.microsoft.com/office/drawing/2014/main" id="{6A37AF4C-ECC7-1067-04FD-871CA1E13D8B}"/>
              </a:ext>
            </a:extLst>
          </p:cNvPr>
          <p:cNvSpPr>
            <a:spLocks noGrp="1"/>
          </p:cNvSpPr>
          <p:nvPr>
            <p:ph type="title" idx="4294967295"/>
          </p:nvPr>
        </p:nvSpPr>
        <p:spPr>
          <a:xfrm>
            <a:off x="0" y="0"/>
            <a:ext cx="9147175" cy="549275"/>
          </a:xfrm>
        </p:spPr>
        <p:txBody>
          <a:bodyPr/>
          <a:lstStyle/>
          <a:p>
            <a:r>
              <a:rPr lang="en-IN" dirty="0"/>
              <a:t>\</a:t>
            </a:r>
          </a:p>
        </p:txBody>
      </p:sp>
      <p:sp>
        <p:nvSpPr>
          <p:cNvPr id="485380" name="Rectangle 4">
            <a:extLst>
              <a:ext uri="{FF2B5EF4-FFF2-40B4-BE49-F238E27FC236}">
                <a16:creationId xmlns:a16="http://schemas.microsoft.com/office/drawing/2014/main" id="{A2B1A8D7-B39A-7D3C-E1A9-7D64576D7D56}"/>
              </a:ext>
            </a:extLst>
          </p:cNvPr>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4" name="Rectangle 8">
            <a:extLst>
              <a:ext uri="{FF2B5EF4-FFF2-40B4-BE49-F238E27FC236}">
                <a16:creationId xmlns:a16="http://schemas.microsoft.com/office/drawing/2014/main" id="{FCED698E-C0F8-A383-D854-8412AD409C39}"/>
              </a:ext>
            </a:extLst>
          </p:cNvPr>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a:extLst>
              <a:ext uri="{FF2B5EF4-FFF2-40B4-BE49-F238E27FC236}">
                <a16:creationId xmlns:a16="http://schemas.microsoft.com/office/drawing/2014/main" id="{2E954F9A-97C5-635D-A3CA-C032AC481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a:extLst>
              <a:ext uri="{FF2B5EF4-FFF2-40B4-BE49-F238E27FC236}">
                <a16:creationId xmlns:a16="http://schemas.microsoft.com/office/drawing/2014/main" id="{BC708623-6FA9-A979-1BFC-6ABA61DE5983}"/>
              </a:ext>
            </a:extLst>
          </p:cNvPr>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19</a:t>
            </a:fld>
            <a:endParaRPr lang="en-IN" dirty="0">
              <a:solidFill>
                <a:schemeClr val="bg1"/>
              </a:solidFill>
            </a:endParaRPr>
          </a:p>
        </p:txBody>
      </p:sp>
      <p:sp>
        <p:nvSpPr>
          <p:cNvPr id="6" name="TextBox 5">
            <a:extLst>
              <a:ext uri="{FF2B5EF4-FFF2-40B4-BE49-F238E27FC236}">
                <a16:creationId xmlns:a16="http://schemas.microsoft.com/office/drawing/2014/main" id="{C3B91692-2375-A4F4-A093-07C030898896}"/>
              </a:ext>
            </a:extLst>
          </p:cNvPr>
          <p:cNvSpPr txBox="1"/>
          <p:nvPr/>
        </p:nvSpPr>
        <p:spPr>
          <a:xfrm>
            <a:off x="3347864" y="2843502"/>
            <a:ext cx="2376264" cy="707886"/>
          </a:xfrm>
          <a:prstGeom prst="rect">
            <a:avLst/>
          </a:prstGeom>
          <a:noFill/>
        </p:spPr>
        <p:txBody>
          <a:bodyPr wrap="square">
            <a:spAutoFit/>
          </a:bodyPr>
          <a:lstStyle/>
          <a:p>
            <a:r>
              <a:rPr lang="en-US" sz="4000" dirty="0"/>
              <a:t>Thank You </a:t>
            </a:r>
            <a:endParaRPr lang="en-IN" sz="4000" dirty="0"/>
          </a:p>
        </p:txBody>
      </p:sp>
    </p:spTree>
    <p:extLst>
      <p:ext uri="{BB962C8B-B14F-4D97-AF65-F5344CB8AC3E}">
        <p14:creationId xmlns:p14="http://schemas.microsoft.com/office/powerpoint/2010/main" val="83331450"/>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3367</TotalTime>
  <Words>1068</Words>
  <Application>Microsoft Office PowerPoint</Application>
  <PresentationFormat>On-screen Show (4:3)</PresentationFormat>
  <Paragraphs>192</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Droid Sans Fallback</vt:lpstr>
      <vt:lpstr>Roboto</vt:lpstr>
      <vt:lpstr>Symbol</vt:lpstr>
      <vt:lpstr>Times New Roman</vt:lpstr>
      <vt:lpstr>Office Theme</vt:lpstr>
      <vt:lpstr> BlogScript (Blog Web Application)  Presentation   </vt:lpstr>
      <vt:lpstr>PowerPoint Presentation</vt:lpstr>
      <vt:lpstr>PowerPoint Presentation</vt:lpstr>
      <vt:lpstr>PowerPoint Presentation</vt:lpstr>
      <vt:lpstr>PowerPoint Presentation</vt:lpstr>
      <vt:lpstr>PowerPoint Presentation</vt:lpstr>
      <vt:lpstr>PowerPoint Presentation</vt:lpstr>
      <vt:lpstr>rear</vt:lpstr>
      <vt:lpstr>rear</vt:lpstr>
      <vt:lpstr>rear</vt:lpstr>
      <vt:lpstr>PowerPoint Presentation</vt:lpstr>
      <vt:lpstr>PowerPoint Presentation</vt:lpstr>
      <vt:lpstr>PowerPoint Presentation</vt:lpstr>
      <vt:lpstr>\</vt:lpstr>
      <vt:lpstr>\</vt:lpstr>
      <vt:lpstr>\</vt:lpstr>
      <vt:lpstr>\</vt:lpstr>
      <vt:lpstr>\</vt:lpstr>
      <vt:lpst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Rashmi Jain</dc:creator>
  <cp:lastModifiedBy>PANKAJ KUMAR DAS</cp:lastModifiedBy>
  <cp:revision>413</cp:revision>
  <dcterms:created xsi:type="dcterms:W3CDTF">2016-07-30T14:16:51Z</dcterms:created>
  <dcterms:modified xsi:type="dcterms:W3CDTF">2026-03-30T18:20:50Z</dcterms:modified>
</cp:coreProperties>
</file>